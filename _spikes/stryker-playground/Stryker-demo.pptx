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7:01:34.3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24575,'40'0'0,"-10"0"0,48 0 0,-25 0 0,18 0 0,-1 0 0,-17 0 0,15 0 0,-26 5 0,-2-3 0,-10 4 0,-7-1 0,-7-4 0,5 4 0,-10-5 0,4 0 0,-6 0 0,1 0 0,-1 0 0,0 0 0,-1 0 0,1 0 0,0 0 0,0 0 0,0 0 0,0 0 0,0 0 0,-1 0 0,-7 0 0,2 0 0,-7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8B0-1ED9-E9C1-FA8F-6FC0512F4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35DA5-AFBC-6731-5ADE-D8D08C34E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22D75-2544-A232-1EC5-B919545D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61BB0-A744-77B1-A3C6-884DC633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4B563-4B5A-9F87-8EE7-7A4833D3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28143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F98E-73D9-BB8D-E3DC-2636C138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39CB-9D83-19A5-B1C2-3828AEA5A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47C68-A3D5-2740-14BF-14678965E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05325-D3AE-D20D-0257-FF0489C6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050B9-1388-7166-32CA-7C8A8BC2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121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C5A8-27E6-7DA3-D9E3-43D2FD11E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6E8AE-4136-0A8A-DA27-2418F6C06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78C56-EA80-5D7A-5081-2BF67361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4E33D-8480-A2F2-D6BA-5F01B808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CC98-7A5E-DAD5-5DAC-E41BC6AE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6106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177E-FF1A-0C23-BDBA-98DBE338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2F8C-33E7-B697-B5D1-48C33A3D9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764BD-9F85-38FB-2BE3-D7861B3D1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B9E60-A962-2F17-4196-467467F6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3EC8C-33D7-F975-497F-1E7CF931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E633F-DE34-0008-7575-89CFFF92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2186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3B71-33A1-50D4-1414-E9C6E68A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F9E86-83C1-138E-DF40-FF2D5F7C0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A3EC9-D1D7-927D-73C4-F360AB41F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317F7-C8FE-5A64-4954-450C986C6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9A8E1-944C-2ACA-8696-97CFC65F4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E26F8-F712-2A88-21FF-5A67B133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B58DE-894F-77DF-7135-00357388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4BDE2-B7B9-9A2D-9D67-A005EFBD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62658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1D7B-FC00-8278-0F20-18027194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B501F-72B9-ED14-C084-56E45D59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DF31-2EB6-E1AE-30FA-2FA0B07F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1F4B6-55C0-D1CA-061F-4924EF1A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6301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AB2B6-DAE8-0EAC-9EC7-97DB9638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43408-0E2E-3745-742C-43561C86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79BAD-5C43-0ECC-3A93-ABBFE683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06676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8AC1-005A-359D-304B-B9462F54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9EFC1-2293-9436-E564-1BAAE2D3B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27D49-6A54-713A-45FA-680F54303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7FD7D-CEDD-A165-5EED-A70B16D6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1974B-067C-515B-52E3-B26C739A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64CE4-4A6D-0828-377A-13C9D7FA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8437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F735-1B15-99EF-4188-B61496B83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C4B5F-BF3B-1295-B429-16E01B647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5D3E1-8E0B-B071-F75A-36F3403CA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1A8F2-BFE7-EB59-2E8F-F29C047C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CCE1C-FFFA-AC5E-C7C9-68F2F678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82B7-C306-CD98-17F7-4E42AB71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6570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7D65-ACF0-BB80-6C18-52CA4C3A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4AFE4-025A-FA59-2B00-A69797054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F417F-8695-4C86-2261-0D46D2EC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5CE7B-9FCD-4DBE-3984-C0B91B4E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F9CB0-2807-2895-BA17-BD06253B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7599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83F19-CF3B-ABB6-ABBD-3EE45E59E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6F842-7D44-27B7-9014-557F1EDDF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E6EA4-AF27-0492-C560-C2676780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724DE-300D-FBEE-2ABB-8B768CA2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55FF-5B4D-247B-592A-5FA40574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04755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A4DE24-9ABC-344E-745C-E264EEA3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3A850-B07F-B59F-412B-F3A452375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20959-B28B-4990-8C1A-0E81EAB1A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7F126-7347-9D4F-84CE-D0ED09A39BB9}" type="datetimeFigureOut">
              <a:rPr lang="en-SK" smtClean="0"/>
              <a:t>03/11/2025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47B7-B3E2-B6BB-CBF1-80629F933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1B73E-3CAC-CF8F-4294-664195907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5C500-4B1D-AF49-993E-287CF666DA64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48701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0875-0C69-42A2-541B-7103B41A6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K" dirty="0"/>
              <a:t>Stryker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93419-3D89-6EC8-3D13-F78D3231A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K" dirty="0"/>
              <a:t>on </a:t>
            </a:r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gratex</a:t>
            </a:r>
            <a:r>
              <a:rPr lang="en-GB" dirty="0"/>
              <a:t>/</a:t>
            </a:r>
            <a:r>
              <a:rPr lang="en-GB" dirty="0" err="1"/>
              <a:t>uri.gi</a:t>
            </a: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83847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6EC995-B6E0-B414-7433-7AD399DB5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644" y="1075756"/>
            <a:ext cx="5947720" cy="3024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205B41-1632-2513-D052-F27AC74E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28" y="328603"/>
            <a:ext cx="7772400" cy="1494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73A5D5-D43D-6358-A9F9-399A9D816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8" y="2305683"/>
            <a:ext cx="5381914" cy="4091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F5FFBE-66DA-2B25-7247-F4065F238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493" y="4750214"/>
            <a:ext cx="5630577" cy="1595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D8DAC3-3FBD-09E7-AE61-1B7B5FD70BCC}"/>
                  </a:ext>
                </a:extLst>
              </p14:cNvPr>
              <p14:cNvContentPartPr/>
              <p14:nvPr/>
            </p14:nvContentPartPr>
            <p14:xfrm>
              <a:off x="9870694" y="5923421"/>
              <a:ext cx="278280" cy="9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D8DAC3-3FBD-09E7-AE61-1B7B5FD70B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62054" y="5914781"/>
                <a:ext cx="29592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410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Stryker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</dc:creator>
  <cp:lastModifiedBy>marcus</cp:lastModifiedBy>
  <cp:revision>2</cp:revision>
  <dcterms:created xsi:type="dcterms:W3CDTF">2025-11-03T16:57:54Z</dcterms:created>
  <dcterms:modified xsi:type="dcterms:W3CDTF">2025-11-03T17:01:41Z</dcterms:modified>
</cp:coreProperties>
</file>