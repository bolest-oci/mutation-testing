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81" r:id="rId7"/>
    <p:sldId id="266" r:id="rId8"/>
    <p:sldId id="276" r:id="rId9"/>
    <p:sldId id="268" r:id="rId10"/>
    <p:sldId id="279" r:id="rId11"/>
    <p:sldId id="269" r:id="rId12"/>
    <p:sldId id="278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6CD5A-5615-4970-A349-00E326E3640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D7EFF-BDB5-429B-8A65-8726442C5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E01AF-7F3D-440E-B0AB-FE9198EE07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66C1-B5D9-E0B7-D328-A3A3AD815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EEE9E-96C8-D2E1-D5A8-5EA0F5DB0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4BF0-BDB6-5863-9E3E-7985140B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64DB7-BF28-627D-AB8D-F6EBBE56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C1A5-6430-9B9D-E3CB-8EEBDE8A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4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BB6D-D7A8-478F-854A-0BD14650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9089-783D-4E92-9D5B-68D67BEB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4D99F-492D-8192-0974-905367BD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ECC51-4A8D-889B-0D50-43A65C2E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C4EC6-2874-ECBB-CC3B-9762EDC1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2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5A5E-70A0-7964-2326-6630AA08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366D4-7D35-867F-BD85-E9E3ED8F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4364-F9BA-38A6-480B-5E0BF8EE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C4AD9-7257-6F99-2B16-A8167EEA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07663-AFD9-1F06-1DED-3D60BB1E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A325-B121-2FDB-B3D0-F2481A52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FEC40-9F0C-4E99-E8F3-7E6B854C6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5B7C5-4E95-FD4F-9597-6D180CBA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46E2C-AA42-5806-2E31-0DC16E65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75D77-1A61-C0FB-19EB-24ADCDFA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E0696-BB09-B2FB-B9C5-3B170C97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6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321B-5966-478D-3BB2-B6A66E5F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67568-5E96-9F6C-ACDA-4E450F14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DD95A-9886-044A-3CE5-C0699064A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F4C5F-FEA5-046C-F8A9-E1A39EC53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04E36-3166-BB5F-D979-CABE5577C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83168-E1B4-AF8F-C606-08B21265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C46ED-0EEC-B46A-0D43-23BA937E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30B45-06E7-70A9-9C68-3048CE61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AB68-6A96-6102-9236-EFBBBA90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8225C-7EF4-EA3E-7857-85371D2C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6F939-740B-462D-F70C-478BAA1C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1C959-5914-B767-E6CF-D7D8670A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6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3CA57-01E4-B835-9B4D-AAD84E62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B1F0E-1F79-9B96-9A1D-90F27E72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51B24-34D6-3884-3DEB-4FC62221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4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AECC-4086-69DF-0334-56F79BF1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879B-4140-3972-BFD4-AFE74E17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C123F-6AE9-95DC-A5F5-460D47CDB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60911-0DE3-992C-7E60-C0A30FDB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C7AB7-E127-A70D-EDFC-D21AE264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28AB6-8540-F35C-3993-0AACEB92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6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4C4E-2311-D534-C27E-05EDCB54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94C59-D194-276F-59D4-FED250C79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EEDA8-28A6-6FF7-54B6-B74052869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CC273-8906-7C3D-C821-FA312D9B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0C8E2-7D4A-FB10-C02E-11EFFA06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9A271-BC10-2DEF-221F-4C6BBC99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5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AEA3-6427-73C2-9BB8-C2492E68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73687-0A38-862D-483D-BAE486588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6C8CB-87C0-1619-D9F2-93CECDC8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236C8-7E55-FD25-0198-CE1A62E9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F80C-5C9C-79DD-6DCB-E88E6454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7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660E31-0481-DAF6-CF7B-C37057CDA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B4922-BD39-EC1B-B1EA-7F3BA4C39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E5650-7F2A-431B-D865-2C7249B5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20CF-3C4F-45F8-BF5B-D67DB78A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D7DF-5A26-44DE-9CE9-C58FBB5E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3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BCE6F-BC2C-A7F7-97F4-22BA37A4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C41C8-89E2-4A87-05E9-874A31072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FA50-87AD-F1F4-06D3-84B050825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873DD-67C7-4F3B-8A24-4107BF2ACF72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D5596-E1C2-95DF-5FD6-B9B6DD18B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614A5-63E0-768A-0328-2D4979F1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olest-oci/mutation-test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6F840-7F92-5F31-6626-4A74FB03B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sk-SK" sz="8000" err="1">
                <a:solidFill>
                  <a:srgbClr val="FFFFFF"/>
                </a:solidFill>
              </a:rPr>
              <a:t>Mutation-based</a:t>
            </a:r>
            <a:r>
              <a:rPr lang="sk-SK" sz="8000">
                <a:solidFill>
                  <a:srgbClr val="FFFFFF"/>
                </a:solidFill>
              </a:rPr>
              <a:t> </a:t>
            </a:r>
            <a:r>
              <a:rPr lang="sk-SK" sz="8000" err="1">
                <a:solidFill>
                  <a:srgbClr val="FFFFFF"/>
                </a:solidFill>
              </a:rPr>
              <a:t>testing</a:t>
            </a:r>
            <a:br>
              <a:rPr lang="sk-SK" sz="7200">
                <a:solidFill>
                  <a:srgbClr val="FFFFFF"/>
                </a:solidFill>
              </a:rPr>
            </a:br>
            <a:r>
              <a:rPr lang="sk-SK" i="1">
                <a:solidFill>
                  <a:srgbClr val="FFFFFF"/>
                </a:solidFill>
              </a:rPr>
              <a:t>Architektúry softvérových systémov</a:t>
            </a:r>
            <a:endParaRPr lang="en-US" sz="7200" i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208FE-6409-80BC-2FD8-6A5645D66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r>
              <a:rPr lang="sk-SK"/>
              <a:t>Ondrej Babinský</a:t>
            </a:r>
          </a:p>
          <a:p>
            <a:r>
              <a:rPr lang="sk-SK"/>
              <a:t>Richard Macko</a:t>
            </a:r>
          </a:p>
          <a:p>
            <a:r>
              <a:rPr lang="sk-SK"/>
              <a:t>Jozef Blaško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9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59D1E-9FF6-E595-4C65-FE2AF9C2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13" y="585488"/>
            <a:ext cx="9392421" cy="1330841"/>
          </a:xfrm>
        </p:spPr>
        <p:txBody>
          <a:bodyPr>
            <a:normAutofit/>
          </a:bodyPr>
          <a:lstStyle/>
          <a:p>
            <a:r>
              <a:rPr lang="en-US" err="1"/>
              <a:t>Problém</a:t>
            </a:r>
            <a:r>
              <a:rPr lang="en-US"/>
              <a:t>: Code coverage </a:t>
            </a:r>
            <a:r>
              <a:rPr lang="en-US" err="1"/>
              <a:t>neznamená</a:t>
            </a:r>
            <a:r>
              <a:rPr lang="en-US"/>
              <a:t> </a:t>
            </a:r>
            <a:r>
              <a:rPr lang="en-US" err="1"/>
              <a:t>kvalitné</a:t>
            </a:r>
            <a:r>
              <a:rPr lang="en-US"/>
              <a:t> testy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05693-BF05-4A87-7CD0-59C86322D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129" y="2198362"/>
            <a:ext cx="6035236" cy="4074150"/>
          </a:xfrm>
        </p:spPr>
        <p:txBody>
          <a:bodyPr>
            <a:normAutofit/>
          </a:bodyPr>
          <a:lstStyle/>
          <a:p>
            <a:r>
              <a:rPr lang="en-US" sz="2400"/>
              <a:t>Pri </a:t>
            </a:r>
            <a:r>
              <a:rPr lang="en-US" sz="2400" err="1"/>
              <a:t>vývoji</a:t>
            </a:r>
            <a:r>
              <a:rPr lang="en-US" sz="2400"/>
              <a:t> je </a:t>
            </a:r>
            <a:r>
              <a:rPr lang="en-US" sz="2400" err="1"/>
              <a:t>ťažké</a:t>
            </a:r>
            <a:r>
              <a:rPr lang="en-US" sz="2400"/>
              <a:t> </a:t>
            </a:r>
            <a:r>
              <a:rPr lang="en-US" sz="2400" err="1"/>
              <a:t>určiť</a:t>
            </a:r>
            <a:r>
              <a:rPr lang="en-US" sz="2400"/>
              <a:t>, </a:t>
            </a:r>
            <a:r>
              <a:rPr lang="en-US" sz="2400" err="1"/>
              <a:t>či</a:t>
            </a:r>
            <a:r>
              <a:rPr lang="en-US" sz="2400"/>
              <a:t> testy </a:t>
            </a:r>
            <a:r>
              <a:rPr lang="en-US" sz="2400" err="1"/>
              <a:t>naozaj</a:t>
            </a:r>
            <a:r>
              <a:rPr lang="en-US" sz="2400"/>
              <a:t> </a:t>
            </a:r>
            <a:r>
              <a:rPr lang="en-US" sz="2400" err="1"/>
              <a:t>overujú</a:t>
            </a:r>
            <a:r>
              <a:rPr lang="en-US" sz="2400"/>
              <a:t> </a:t>
            </a:r>
            <a:r>
              <a:rPr lang="en-US" sz="2400" err="1"/>
              <a:t>správne</a:t>
            </a:r>
            <a:r>
              <a:rPr lang="en-US" sz="2400"/>
              <a:t> </a:t>
            </a:r>
            <a:r>
              <a:rPr lang="en-US" sz="2400" err="1"/>
              <a:t>správanie</a:t>
            </a:r>
            <a:r>
              <a:rPr lang="en-US" sz="2400"/>
              <a:t> </a:t>
            </a:r>
            <a:r>
              <a:rPr lang="en-US" sz="2400" err="1"/>
              <a:t>programu</a:t>
            </a:r>
            <a:r>
              <a:rPr lang="en-US" sz="2400"/>
              <a:t>.</a:t>
            </a:r>
          </a:p>
          <a:p>
            <a:r>
              <a:rPr lang="en-US" sz="2400" err="1"/>
              <a:t>Bežná</a:t>
            </a:r>
            <a:r>
              <a:rPr lang="en-US" sz="2400"/>
              <a:t> </a:t>
            </a:r>
            <a:r>
              <a:rPr lang="en-US" sz="2400" err="1"/>
              <a:t>metrika</a:t>
            </a:r>
            <a:r>
              <a:rPr lang="en-US" sz="2400"/>
              <a:t> je </a:t>
            </a:r>
            <a:r>
              <a:rPr lang="en-US" sz="2400" b="1"/>
              <a:t>code coverage</a:t>
            </a:r>
            <a:r>
              <a:rPr lang="en-US" sz="2400"/>
              <a:t> - </a:t>
            </a:r>
            <a:r>
              <a:rPr lang="en-US" sz="2400" err="1"/>
              <a:t>koľko</a:t>
            </a:r>
            <a:r>
              <a:rPr lang="en-US" sz="2400"/>
              <a:t> </a:t>
            </a:r>
            <a:r>
              <a:rPr lang="en-US" sz="2400" err="1"/>
              <a:t>riadkov</a:t>
            </a:r>
            <a:r>
              <a:rPr lang="en-US" sz="2400"/>
              <a:t>/</a:t>
            </a:r>
            <a:r>
              <a:rPr lang="en-US" sz="2400" err="1"/>
              <a:t>funkcií</a:t>
            </a:r>
            <a:r>
              <a:rPr lang="en-US" sz="2400"/>
              <a:t> testy </a:t>
            </a:r>
            <a:r>
              <a:rPr lang="en-US" sz="2400" err="1"/>
              <a:t>vykonajú</a:t>
            </a:r>
            <a:r>
              <a:rPr lang="en-US" sz="2400"/>
              <a:t>.</a:t>
            </a:r>
          </a:p>
          <a:p>
            <a:r>
              <a:rPr lang="en-US" sz="2400" i="1" err="1"/>
              <a:t>Problém</a:t>
            </a:r>
            <a:r>
              <a:rPr lang="en-US" sz="2400" i="1"/>
              <a:t>: coverage </a:t>
            </a:r>
            <a:r>
              <a:rPr lang="en-US" sz="2400" i="1" err="1"/>
              <a:t>hovorí</a:t>
            </a:r>
            <a:r>
              <a:rPr lang="en-US" sz="2400" i="1"/>
              <a:t> </a:t>
            </a:r>
            <a:r>
              <a:rPr lang="en-US" sz="2400" i="1" err="1"/>
              <a:t>iba</a:t>
            </a:r>
            <a:r>
              <a:rPr lang="en-US" sz="2400" i="1"/>
              <a:t> to, </a:t>
            </a:r>
            <a:r>
              <a:rPr lang="en-US" sz="2400" i="1" err="1"/>
              <a:t>že</a:t>
            </a:r>
            <a:r>
              <a:rPr lang="en-US" sz="2400" i="1"/>
              <a:t> </a:t>
            </a:r>
            <a:r>
              <a:rPr lang="en-US" sz="2400" i="1" err="1"/>
              <a:t>sa</a:t>
            </a:r>
            <a:r>
              <a:rPr lang="en-US" sz="2400" i="1"/>
              <a:t> </a:t>
            </a:r>
            <a:r>
              <a:rPr lang="en-US" sz="2400" i="1" err="1"/>
              <a:t>kód</a:t>
            </a:r>
            <a:r>
              <a:rPr lang="en-US" sz="2400" i="1"/>
              <a:t> </a:t>
            </a:r>
            <a:r>
              <a:rPr lang="en-US" sz="2400" i="1" err="1"/>
              <a:t>spustil</a:t>
            </a:r>
            <a:r>
              <a:rPr lang="en-US" sz="2400" i="1"/>
              <a:t>, </a:t>
            </a:r>
            <a:r>
              <a:rPr lang="en-US" sz="2400" i="1" err="1"/>
              <a:t>nie</a:t>
            </a:r>
            <a:r>
              <a:rPr lang="en-US" sz="2400" i="1"/>
              <a:t> </a:t>
            </a:r>
            <a:r>
              <a:rPr lang="en-US" sz="2400" i="1" err="1"/>
              <a:t>že</a:t>
            </a:r>
            <a:r>
              <a:rPr lang="en-US" sz="2400" i="1"/>
              <a:t> </a:t>
            </a:r>
            <a:r>
              <a:rPr lang="en-US" sz="2400" i="1" err="1"/>
              <a:t>bol</a:t>
            </a:r>
            <a:r>
              <a:rPr lang="en-US" sz="2400" i="1"/>
              <a:t> </a:t>
            </a:r>
            <a:r>
              <a:rPr lang="en-US" sz="2400" i="1" err="1"/>
              <a:t>správne</a:t>
            </a:r>
            <a:r>
              <a:rPr lang="en-US" sz="2400" i="1"/>
              <a:t> </a:t>
            </a:r>
            <a:r>
              <a:rPr lang="en-US" sz="2400" i="1" err="1"/>
              <a:t>otestovaný</a:t>
            </a:r>
            <a:r>
              <a:rPr lang="en-US" sz="2400" i="1"/>
              <a:t>.</a:t>
            </a:r>
          </a:p>
          <a:p>
            <a:r>
              <a:rPr lang="en-US" sz="2400"/>
              <a:t>Aj 100 % coverage </a:t>
            </a:r>
            <a:r>
              <a:rPr lang="en-US" sz="2400" err="1"/>
              <a:t>môže</a:t>
            </a:r>
            <a:r>
              <a:rPr lang="en-US" sz="2400"/>
              <a:t> </a:t>
            </a:r>
            <a:r>
              <a:rPr lang="en-US" sz="2400" err="1"/>
              <a:t>stále</a:t>
            </a:r>
            <a:r>
              <a:rPr lang="en-US" sz="2400"/>
              <a:t> </a:t>
            </a:r>
            <a:r>
              <a:rPr lang="en-US" sz="2400" err="1"/>
              <a:t>znamenať</a:t>
            </a:r>
            <a:r>
              <a:rPr lang="en-US" sz="2400"/>
              <a:t> </a:t>
            </a:r>
            <a:r>
              <a:rPr lang="en-US" sz="2400" err="1"/>
              <a:t>slabé</a:t>
            </a:r>
            <a:r>
              <a:rPr lang="en-US" sz="2400"/>
              <a:t> testy a </a:t>
            </a:r>
            <a:r>
              <a:rPr lang="en-US" sz="2400" err="1"/>
              <a:t>neodhalené</a:t>
            </a:r>
            <a:r>
              <a:rPr lang="en-US" sz="2400"/>
              <a:t> edge cases.</a:t>
            </a:r>
          </a:p>
          <a:p>
            <a:r>
              <a:rPr lang="en-US" sz="2400"/>
              <a:t>Preto </a:t>
            </a:r>
            <a:r>
              <a:rPr lang="en-US" sz="2400" err="1"/>
              <a:t>potrebujeme</a:t>
            </a:r>
            <a:r>
              <a:rPr lang="en-US" sz="2400"/>
              <a:t> </a:t>
            </a:r>
            <a:r>
              <a:rPr lang="en-US" sz="2400" err="1"/>
              <a:t>silnejší</a:t>
            </a:r>
            <a:r>
              <a:rPr lang="en-US" sz="2400"/>
              <a:t> </a:t>
            </a:r>
            <a:r>
              <a:rPr lang="en-US" sz="2400" err="1"/>
              <a:t>spôsob</a:t>
            </a:r>
            <a:r>
              <a:rPr lang="en-US" sz="2400"/>
              <a:t> </a:t>
            </a:r>
            <a:r>
              <a:rPr lang="en-US" sz="2400" err="1"/>
              <a:t>hodnotenia</a:t>
            </a:r>
            <a:r>
              <a:rPr lang="en-US" sz="2400"/>
              <a:t> </a:t>
            </a:r>
            <a:r>
              <a:rPr lang="en-US" sz="2400" err="1"/>
              <a:t>kvality</a:t>
            </a:r>
            <a:r>
              <a:rPr lang="en-US" sz="2400"/>
              <a:t> </a:t>
            </a:r>
            <a:r>
              <a:rPr lang="en-US" sz="2400" err="1"/>
              <a:t>testov</a:t>
            </a:r>
            <a:r>
              <a:rPr lang="en-US" sz="2400"/>
              <a:t>.</a:t>
            </a:r>
          </a:p>
        </p:txBody>
      </p:sp>
      <p:pic>
        <p:nvPicPr>
          <p:cNvPr id="1026" name="Picture 2" descr="A Beginner's Guide to Code Coverage | by Osama Haider | Medium">
            <a:extLst>
              <a:ext uri="{FF2B5EF4-FFF2-40B4-BE49-F238E27FC236}">
                <a16:creationId xmlns:a16="http://schemas.microsoft.com/office/drawing/2014/main" id="{26ED8FBE-6433-7183-FC7A-69D5A14FD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6" y="2293363"/>
            <a:ext cx="4788505" cy="274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Freeform: Shape 104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5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82125-019B-6452-FE6A-33759EBE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04" y="-196955"/>
            <a:ext cx="6268021" cy="1642970"/>
          </a:xfrm>
        </p:spPr>
        <p:txBody>
          <a:bodyPr anchor="b">
            <a:normAutofit/>
          </a:bodyPr>
          <a:lstStyle/>
          <a:p>
            <a:r>
              <a:rPr lang="en-US" sz="4000" b="1" err="1"/>
              <a:t>Riešenie</a:t>
            </a:r>
            <a:r>
              <a:rPr lang="en-US" sz="4000" b="1"/>
              <a:t>: Mutation-based testing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57F1-0540-70F3-5978-5EC0F68E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923" y="1503544"/>
            <a:ext cx="7130835" cy="4653416"/>
          </a:xfrm>
        </p:spPr>
        <p:txBody>
          <a:bodyPr anchor="t">
            <a:normAutofit/>
          </a:bodyPr>
          <a:lstStyle/>
          <a:p>
            <a:r>
              <a:rPr lang="en-US" sz="2400" err="1"/>
              <a:t>Vytvára</a:t>
            </a:r>
            <a:r>
              <a:rPr lang="en-US" sz="2400"/>
              <a:t> </a:t>
            </a:r>
            <a:r>
              <a:rPr lang="en-US" sz="2400" err="1"/>
              <a:t>malé</a:t>
            </a:r>
            <a:r>
              <a:rPr lang="en-US" sz="2400"/>
              <a:t> </a:t>
            </a:r>
            <a:r>
              <a:rPr lang="en-US" sz="2400" err="1"/>
              <a:t>upravené</a:t>
            </a:r>
            <a:r>
              <a:rPr lang="en-US" sz="2400"/>
              <a:t> </a:t>
            </a:r>
            <a:r>
              <a:rPr lang="en-US" sz="2400" err="1"/>
              <a:t>verzie</a:t>
            </a:r>
            <a:r>
              <a:rPr lang="en-US" sz="2400"/>
              <a:t> </a:t>
            </a:r>
            <a:r>
              <a:rPr lang="en-US" sz="2400" err="1"/>
              <a:t>programu</a:t>
            </a:r>
            <a:r>
              <a:rPr lang="en-US" sz="2400"/>
              <a:t> – </a:t>
            </a:r>
            <a:r>
              <a:rPr lang="en-US" sz="2400" b="1" err="1"/>
              <a:t>mutanty</a:t>
            </a:r>
            <a:r>
              <a:rPr lang="en-US" sz="2400"/>
              <a:t>.</a:t>
            </a:r>
            <a:endParaRPr lang="sk-SK" sz="2400"/>
          </a:p>
          <a:p>
            <a:r>
              <a:rPr lang="en-US" sz="2400"/>
              <a:t>Mutant </a:t>
            </a:r>
            <a:r>
              <a:rPr lang="en-US" sz="2400" err="1"/>
              <a:t>predstavuje</a:t>
            </a:r>
            <a:r>
              <a:rPr lang="en-US" sz="2400"/>
              <a:t> </a:t>
            </a:r>
            <a:r>
              <a:rPr lang="en-US" sz="2400" err="1"/>
              <a:t>umelú</a:t>
            </a:r>
            <a:r>
              <a:rPr lang="en-US" sz="2400"/>
              <a:t> </a:t>
            </a:r>
            <a:r>
              <a:rPr lang="en-US" sz="2400" err="1"/>
              <a:t>chybu</a:t>
            </a:r>
            <a:r>
              <a:rPr lang="en-US" sz="2400"/>
              <a:t> v </a:t>
            </a:r>
            <a:r>
              <a:rPr lang="en-US" sz="2400" err="1"/>
              <a:t>kóde</a:t>
            </a:r>
            <a:r>
              <a:rPr lang="en-US" sz="2400"/>
              <a:t>.</a:t>
            </a:r>
          </a:p>
          <a:p>
            <a:r>
              <a:rPr lang="en-US" sz="2400"/>
              <a:t>Testy </a:t>
            </a:r>
            <a:r>
              <a:rPr lang="en-US" sz="2400" err="1"/>
              <a:t>sa</a:t>
            </a:r>
            <a:r>
              <a:rPr lang="en-US" sz="2400"/>
              <a:t> </a:t>
            </a:r>
            <a:r>
              <a:rPr lang="en-US" sz="2400" err="1"/>
              <a:t>spustia</a:t>
            </a:r>
            <a:r>
              <a:rPr lang="en-US" sz="2400"/>
              <a:t> </a:t>
            </a:r>
            <a:r>
              <a:rPr lang="en-US" sz="2400" err="1"/>
              <a:t>proti</a:t>
            </a:r>
            <a:r>
              <a:rPr lang="en-US" sz="2400"/>
              <a:t> </a:t>
            </a:r>
            <a:r>
              <a:rPr lang="en-US" sz="2400" err="1"/>
              <a:t>proti</a:t>
            </a:r>
            <a:r>
              <a:rPr lang="en-US" sz="2400"/>
              <a:t> </a:t>
            </a:r>
            <a:r>
              <a:rPr lang="en-US" sz="2400" err="1"/>
              <a:t>mutantovi</a:t>
            </a:r>
            <a:r>
              <a:rPr lang="en-US" sz="2400"/>
              <a:t>.</a:t>
            </a:r>
          </a:p>
          <a:p>
            <a:r>
              <a:rPr lang="en-US" sz="2400"/>
              <a:t>Ak test </a:t>
            </a:r>
            <a:r>
              <a:rPr lang="en-US" sz="2400" err="1"/>
              <a:t>zlyhá</a:t>
            </a:r>
            <a:r>
              <a:rPr lang="en-US" sz="2400"/>
              <a:t> </a:t>
            </a:r>
            <a:r>
              <a:rPr lang="en-US" sz="2400" err="1"/>
              <a:t>na</a:t>
            </a:r>
            <a:r>
              <a:rPr lang="en-US" sz="2400"/>
              <a:t> </a:t>
            </a:r>
            <a:r>
              <a:rPr lang="en-US" sz="2400" err="1"/>
              <a:t>mutantovi</a:t>
            </a:r>
            <a:r>
              <a:rPr lang="en-US" sz="2400"/>
              <a:t>, mutant je </a:t>
            </a:r>
            <a:r>
              <a:rPr lang="en-US" sz="2400" b="1"/>
              <a:t>killed</a:t>
            </a:r>
            <a:r>
              <a:rPr lang="en-US" sz="2400"/>
              <a:t>.</a:t>
            </a:r>
          </a:p>
          <a:p>
            <a:r>
              <a:rPr lang="fr-FR" sz="2400"/>
              <a:t>Ak test </a:t>
            </a:r>
            <a:r>
              <a:rPr lang="fr-FR" sz="2400" err="1"/>
              <a:t>prejde</a:t>
            </a:r>
            <a:r>
              <a:rPr lang="fr-FR" sz="2400"/>
              <a:t>, mutant je </a:t>
            </a:r>
            <a:r>
              <a:rPr lang="fr-FR" sz="2400" b="1" err="1"/>
              <a:t>survived</a:t>
            </a:r>
            <a:r>
              <a:rPr lang="fr-FR" sz="2400"/>
              <a:t>.</a:t>
            </a:r>
            <a:endParaRPr lang="sk-SK" sz="2400"/>
          </a:p>
          <a:p>
            <a:r>
              <a:rPr lang="en-US" sz="2400" err="1"/>
              <a:t>Prežitý</a:t>
            </a:r>
            <a:r>
              <a:rPr lang="en-US" sz="2400"/>
              <a:t> mutant </a:t>
            </a:r>
            <a:r>
              <a:rPr lang="en-US" sz="2400" err="1"/>
              <a:t>často</a:t>
            </a:r>
            <a:r>
              <a:rPr lang="en-US" sz="2400"/>
              <a:t> </a:t>
            </a:r>
            <a:r>
              <a:rPr lang="en-US" sz="2400" err="1"/>
              <a:t>znamená</a:t>
            </a:r>
            <a:r>
              <a:rPr lang="en-US" sz="2400"/>
              <a:t> </a:t>
            </a:r>
            <a:r>
              <a:rPr lang="en-US" sz="2400" err="1"/>
              <a:t>slabý</a:t>
            </a:r>
            <a:r>
              <a:rPr lang="en-US" sz="2400"/>
              <a:t> </a:t>
            </a:r>
            <a:r>
              <a:rPr lang="en-US" sz="2400" err="1"/>
              <a:t>alebo</a:t>
            </a:r>
            <a:r>
              <a:rPr lang="en-US" sz="2400"/>
              <a:t> </a:t>
            </a:r>
            <a:r>
              <a:rPr lang="en-US" sz="2400" err="1"/>
              <a:t>chýbajúci</a:t>
            </a:r>
            <a:r>
              <a:rPr lang="en-US" sz="2400"/>
              <a:t> test.</a:t>
            </a:r>
            <a:endParaRPr lang="sk-SK" sz="2400"/>
          </a:p>
          <a:p>
            <a:r>
              <a:rPr lang="en-US" sz="2400" err="1"/>
              <a:t>Výsledkom</a:t>
            </a:r>
            <a:r>
              <a:rPr lang="en-US" sz="2400"/>
              <a:t> je </a:t>
            </a:r>
            <a:r>
              <a:rPr lang="en-US" sz="2400" b="1"/>
              <a:t>mutation score</a:t>
            </a:r>
            <a:r>
              <a:rPr lang="en-US" sz="2400"/>
              <a:t> – </a:t>
            </a:r>
            <a:r>
              <a:rPr lang="en-US" sz="2400" err="1"/>
              <a:t>pomer</a:t>
            </a:r>
            <a:r>
              <a:rPr lang="en-US" sz="2400"/>
              <a:t> </a:t>
            </a:r>
            <a:r>
              <a:rPr lang="en-US" sz="2400" err="1"/>
              <a:t>zabitých</a:t>
            </a:r>
            <a:r>
              <a:rPr lang="en-US" sz="2400"/>
              <a:t> </a:t>
            </a:r>
            <a:r>
              <a:rPr lang="en-US" sz="2400" err="1"/>
              <a:t>relevantných</a:t>
            </a:r>
            <a:r>
              <a:rPr lang="en-US" sz="2400"/>
              <a:t> mutant</a:t>
            </a:r>
            <a:endParaRPr lang="sk-SK" sz="2400"/>
          </a:p>
          <a:p>
            <a:r>
              <a:rPr lang="en-US" sz="2400" err="1"/>
              <a:t>Okrem</a:t>
            </a:r>
            <a:r>
              <a:rPr lang="en-US" sz="2400"/>
              <a:t> </a:t>
            </a:r>
            <a:r>
              <a:rPr lang="en-US" sz="2400" err="1"/>
              <a:t>kvality</a:t>
            </a:r>
            <a:r>
              <a:rPr lang="en-US" sz="2400"/>
              <a:t> </a:t>
            </a:r>
            <a:r>
              <a:rPr lang="en-US" sz="2400" err="1"/>
              <a:t>testov</a:t>
            </a:r>
            <a:r>
              <a:rPr lang="en-US" sz="2400"/>
              <a:t> vie mutation testing </a:t>
            </a:r>
            <a:r>
              <a:rPr lang="en-US" sz="2400" err="1"/>
              <a:t>odhaliť</a:t>
            </a:r>
            <a:r>
              <a:rPr lang="en-US" sz="2400"/>
              <a:t> </a:t>
            </a:r>
            <a:r>
              <a:rPr lang="en-US" sz="2400" err="1"/>
              <a:t>aj</a:t>
            </a:r>
            <a:r>
              <a:rPr lang="en-US" sz="2400"/>
              <a:t> </a:t>
            </a:r>
            <a:r>
              <a:rPr lang="en-US" sz="2400" err="1"/>
              <a:t>chybu</a:t>
            </a:r>
            <a:r>
              <a:rPr lang="en-US" sz="2400"/>
              <a:t> v </a:t>
            </a:r>
            <a:r>
              <a:rPr lang="en-US" sz="2400" err="1"/>
              <a:t>samotnej</a:t>
            </a:r>
            <a:r>
              <a:rPr lang="en-US" sz="2400"/>
              <a:t> </a:t>
            </a:r>
            <a:r>
              <a:rPr lang="en-US" sz="2400" err="1"/>
              <a:t>implementácii</a:t>
            </a:r>
            <a:r>
              <a:rPr lang="en-US" sz="2400"/>
              <a:t>.</a:t>
            </a:r>
            <a:endParaRPr lang="sk-SK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93D7E-A5AE-0A54-6D89-97D01B985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15153" y="1805883"/>
            <a:ext cx="3666093" cy="324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21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D184C-1DCC-5B70-3840-F9938832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125" y="278535"/>
            <a:ext cx="10608525" cy="1033669"/>
          </a:xfrm>
        </p:spPr>
        <p:txBody>
          <a:bodyPr>
            <a:no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Ak je mutation testing </a:t>
            </a:r>
            <a:r>
              <a:rPr lang="en-US" sz="4000" err="1">
                <a:solidFill>
                  <a:schemeClr val="bg1"/>
                </a:solidFill>
              </a:rPr>
              <a:t>taký</a:t>
            </a:r>
            <a:r>
              <a:rPr lang="en-US" sz="400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dobrý</a:t>
            </a:r>
            <a:r>
              <a:rPr lang="en-US" sz="400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prečo</a:t>
            </a:r>
            <a:r>
              <a:rPr lang="en-US" sz="4000">
                <a:solidFill>
                  <a:schemeClr val="bg1"/>
                </a:solidFill>
              </a:rPr>
              <a:t> ho </a:t>
            </a:r>
            <a:r>
              <a:rPr lang="en-US" sz="4000" err="1">
                <a:solidFill>
                  <a:schemeClr val="bg1"/>
                </a:solidFill>
              </a:rPr>
              <a:t>nepoužívame</a:t>
            </a:r>
            <a:r>
              <a:rPr lang="en-US" sz="400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všade</a:t>
            </a:r>
            <a:r>
              <a:rPr lang="en-US" sz="400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9245-9217-7FEE-1CCD-7DE3145BE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125" y="2379346"/>
            <a:ext cx="9976501" cy="3683358"/>
          </a:xfrm>
        </p:spPr>
        <p:txBody>
          <a:bodyPr anchor="ctr">
            <a:normAutofit/>
          </a:bodyPr>
          <a:lstStyle/>
          <a:p>
            <a:r>
              <a:rPr lang="en-US"/>
              <a:t>Na </a:t>
            </a:r>
            <a:r>
              <a:rPr lang="en-US" err="1"/>
              <a:t>väčších</a:t>
            </a:r>
            <a:r>
              <a:rPr lang="en-US"/>
              <a:t> </a:t>
            </a:r>
            <a:r>
              <a:rPr lang="en-US" err="1"/>
              <a:t>projektoch</a:t>
            </a:r>
            <a:r>
              <a:rPr lang="en-US"/>
              <a:t> vie </a:t>
            </a:r>
            <a:r>
              <a:rPr lang="en-US" err="1"/>
              <a:t>vytvoriť</a:t>
            </a:r>
            <a:r>
              <a:rPr lang="en-US"/>
              <a:t> </a:t>
            </a:r>
            <a:r>
              <a:rPr lang="en-US" err="1"/>
              <a:t>tisíce</a:t>
            </a:r>
            <a:r>
              <a:rPr lang="en-US"/>
              <a:t> </a:t>
            </a:r>
            <a:r>
              <a:rPr lang="en-US" err="1"/>
              <a:t>až</a:t>
            </a:r>
            <a:r>
              <a:rPr lang="en-US"/>
              <a:t> </a:t>
            </a:r>
            <a:r>
              <a:rPr lang="en-US" err="1"/>
              <a:t>desaťtisíce</a:t>
            </a:r>
            <a:r>
              <a:rPr lang="en-US"/>
              <a:t> </a:t>
            </a:r>
            <a:r>
              <a:rPr lang="en-US" err="1"/>
              <a:t>mutantov</a:t>
            </a:r>
            <a:r>
              <a:rPr lang="en-US"/>
              <a:t>.</a:t>
            </a:r>
          </a:p>
          <a:p>
            <a:r>
              <a:rPr lang="en-US" err="1"/>
              <a:t>Každý</a:t>
            </a:r>
            <a:r>
              <a:rPr lang="en-US"/>
              <a:t> mutant </a:t>
            </a:r>
            <a:r>
              <a:rPr lang="en-US" err="1"/>
              <a:t>znamená</a:t>
            </a:r>
            <a:r>
              <a:rPr lang="en-US"/>
              <a:t> </a:t>
            </a:r>
            <a:r>
              <a:rPr lang="en-US" err="1"/>
              <a:t>ďalší</a:t>
            </a:r>
            <a:r>
              <a:rPr lang="en-US"/>
              <a:t> </a:t>
            </a:r>
            <a:r>
              <a:rPr lang="en-US" err="1"/>
              <a:t>beh</a:t>
            </a:r>
            <a:r>
              <a:rPr lang="en-US"/>
              <a:t> testo</a:t>
            </a:r>
            <a:r>
              <a:rPr lang="sk-SK"/>
              <a:t>v</a:t>
            </a:r>
            <a:r>
              <a:rPr lang="en-US"/>
              <a:t>.</a:t>
            </a:r>
          </a:p>
          <a:p>
            <a:r>
              <a:rPr lang="en-US" err="1"/>
              <a:t>Výsledok</a:t>
            </a:r>
            <a:r>
              <a:rPr lang="en-US"/>
              <a:t>: </a:t>
            </a:r>
            <a:r>
              <a:rPr lang="en-US" err="1"/>
              <a:t>beh</a:t>
            </a:r>
            <a:r>
              <a:rPr lang="en-US"/>
              <a:t> </a:t>
            </a:r>
            <a:r>
              <a:rPr lang="en-US" err="1"/>
              <a:t>môže</a:t>
            </a:r>
            <a:r>
              <a:rPr lang="en-US"/>
              <a:t> </a:t>
            </a:r>
            <a:r>
              <a:rPr lang="en-US" err="1"/>
              <a:t>trvať</a:t>
            </a:r>
            <a:r>
              <a:rPr lang="en-US"/>
              <a:t> </a:t>
            </a:r>
            <a:r>
              <a:rPr lang="en-US" err="1"/>
              <a:t>minúty</a:t>
            </a:r>
            <a:r>
              <a:rPr lang="en-US"/>
              <a:t> </a:t>
            </a:r>
            <a:r>
              <a:rPr lang="en-US" err="1"/>
              <a:t>až</a:t>
            </a:r>
            <a:r>
              <a:rPr lang="en-US"/>
              <a:t> </a:t>
            </a:r>
            <a:r>
              <a:rPr lang="en-US" err="1"/>
              <a:t>hodiny</a:t>
            </a:r>
            <a:r>
              <a:rPr lang="en-US"/>
              <a:t> </a:t>
            </a:r>
            <a:r>
              <a:rPr lang="en-US" err="1"/>
              <a:t>namiesto</a:t>
            </a:r>
            <a:r>
              <a:rPr lang="en-US"/>
              <a:t> </a:t>
            </a:r>
            <a:r>
              <a:rPr lang="en-US" err="1"/>
              <a:t>sekúnd</a:t>
            </a:r>
            <a:r>
              <a:rPr lang="en-US"/>
              <a:t>.</a:t>
            </a:r>
          </a:p>
          <a:p>
            <a:r>
              <a:rPr lang="pl-PL"/>
              <a:t>Výber vhodného frameworku nie je jednoduchý.</a:t>
            </a:r>
            <a:endParaRPr lang="en-US"/>
          </a:p>
          <a:p>
            <a:r>
              <a:rPr lang="en-US" err="1"/>
              <a:t>Množstvo</a:t>
            </a:r>
            <a:r>
              <a:rPr lang="en-US"/>
              <a:t> </a:t>
            </a:r>
            <a:r>
              <a:rPr lang="en-US" err="1"/>
              <a:t>menej</a:t>
            </a:r>
            <a:r>
              <a:rPr lang="sk-SK"/>
              <a:t> dôležitých (</a:t>
            </a:r>
            <a:r>
              <a:rPr lang="en-US" err="1"/>
              <a:t>napr</a:t>
            </a:r>
            <a:r>
              <a:rPr lang="en-US"/>
              <a:t>. skipped </a:t>
            </a:r>
            <a:r>
              <a:rPr lang="en-US" err="1"/>
              <a:t>alebo</a:t>
            </a:r>
            <a:r>
              <a:rPr lang="en-US"/>
              <a:t> irrelevant</a:t>
            </a:r>
            <a:r>
              <a:rPr lang="sk-SK"/>
              <a:t>)</a:t>
            </a:r>
            <a:r>
              <a:rPr lang="en-US"/>
              <a:t> </a:t>
            </a:r>
            <a:r>
              <a:rPr lang="en-US" err="1"/>
              <a:t>mutantov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195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4608B-00D7-C523-13A2-C269A9C2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8657E-F674-C61C-8618-294323A3E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FF3D2F-A0A9-5192-1438-4126AE508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864BE-AB6C-39B2-2A53-8D8AD370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458F9-60BC-D680-0489-2AD10104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81A2F4-B87F-AEE6-4110-FA2D9CCD7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FCF26-6AA7-4055-A2F0-8E186382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968"/>
            <a:ext cx="10608525" cy="1033669"/>
          </a:xfrm>
        </p:spPr>
        <p:txBody>
          <a:bodyPr>
            <a:noAutofit/>
          </a:bodyPr>
          <a:lstStyle/>
          <a:p>
            <a:r>
              <a:rPr lang="en-US" b="1" err="1">
                <a:solidFill>
                  <a:schemeClr val="bg1"/>
                </a:solidFill>
              </a:rPr>
              <a:t>Možnosti</a:t>
            </a:r>
            <a:r>
              <a:rPr lang="en-US" b="1">
                <a:solidFill>
                  <a:schemeClr val="bg1"/>
                </a:solidFill>
              </a:rPr>
              <a:t> riešenia: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0EAF12-F27A-6635-B4BC-82F12E172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726188"/>
            <a:ext cx="10515600" cy="1647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err="1"/>
              <a:t>Zlepšenie</a:t>
            </a:r>
            <a:r>
              <a:rPr lang="en-US" sz="2400" b="1"/>
              <a:t> mutation testing </a:t>
            </a:r>
            <a:r>
              <a:rPr lang="en-US" sz="2400" b="1" err="1"/>
              <a:t>nástrojov</a:t>
            </a:r>
            <a:endParaRPr lang="en-US" sz="2400" b="1"/>
          </a:p>
          <a:p>
            <a:r>
              <a:rPr lang="en-US" sz="2400" err="1"/>
              <a:t>jednoduchší</a:t>
            </a:r>
            <a:r>
              <a:rPr lang="en-US" sz="2400"/>
              <a:t> setup, </a:t>
            </a:r>
            <a:r>
              <a:rPr lang="en-US" sz="2400" err="1"/>
              <a:t>konfigurácia</a:t>
            </a:r>
            <a:r>
              <a:rPr lang="en-US" sz="2400"/>
              <a:t> a </a:t>
            </a:r>
            <a:r>
              <a:rPr lang="en-US" sz="2400" err="1"/>
              <a:t>reporty</a:t>
            </a:r>
            <a:r>
              <a:rPr lang="en-US" sz="2400"/>
              <a:t>,</a:t>
            </a:r>
          </a:p>
          <a:p>
            <a:r>
              <a:rPr lang="en-US" sz="2400" err="1"/>
              <a:t>menej</a:t>
            </a:r>
            <a:r>
              <a:rPr lang="en-US" sz="2400"/>
              <a:t> </a:t>
            </a:r>
            <a:r>
              <a:rPr lang="en-US" sz="2400" err="1"/>
              <a:t>šumu</a:t>
            </a:r>
            <a:r>
              <a:rPr lang="en-US" sz="2400"/>
              <a:t> </a:t>
            </a:r>
            <a:r>
              <a:rPr lang="en-US" sz="2400" err="1"/>
              <a:t>vo</a:t>
            </a:r>
            <a:r>
              <a:rPr lang="en-US" sz="2400"/>
              <a:t> </a:t>
            </a:r>
            <a:r>
              <a:rPr lang="en-US" sz="2400" err="1"/>
              <a:t>výsledkoch</a:t>
            </a:r>
            <a:r>
              <a:rPr lang="en-US" sz="2400"/>
              <a:t>, </a:t>
            </a:r>
            <a:r>
              <a:rPr lang="en-US" sz="2400" err="1"/>
              <a:t>napr</a:t>
            </a:r>
            <a:r>
              <a:rPr lang="en-US" sz="2400"/>
              <a:t>. skipped / </a:t>
            </a:r>
            <a:r>
              <a:rPr lang="en-US" sz="2400" err="1"/>
              <a:t>nerelevantné</a:t>
            </a:r>
            <a:r>
              <a:rPr lang="en-US" sz="2400"/>
              <a:t> </a:t>
            </a:r>
            <a:r>
              <a:rPr lang="en-US" sz="2400" err="1"/>
              <a:t>mutanty</a:t>
            </a:r>
            <a:r>
              <a:rPr lang="en-US" sz="2400"/>
              <a:t>.</a:t>
            </a:r>
          </a:p>
          <a:p>
            <a:pPr marL="0" indent="0">
              <a:buNone/>
            </a:pPr>
            <a:endParaRPr lang="en-US" sz="24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CA83AF-11C1-43F5-00B8-EB2DF4ED4525}"/>
              </a:ext>
            </a:extLst>
          </p:cNvPr>
          <p:cNvSpPr txBox="1">
            <a:spLocks/>
          </p:cNvSpPr>
          <p:nvPr/>
        </p:nvSpPr>
        <p:spPr>
          <a:xfrm>
            <a:off x="838198" y="3235179"/>
            <a:ext cx="10515600" cy="1647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Targeted mutation testing</a:t>
            </a:r>
          </a:p>
          <a:p>
            <a:r>
              <a:rPr lang="en-US" sz="2400" err="1"/>
              <a:t>mutovať</a:t>
            </a:r>
            <a:r>
              <a:rPr lang="en-US" sz="2400"/>
              <a:t> </a:t>
            </a:r>
            <a:r>
              <a:rPr lang="en-US" sz="2400" err="1"/>
              <a:t>iba</a:t>
            </a:r>
            <a:r>
              <a:rPr lang="en-US" sz="2400"/>
              <a:t> </a:t>
            </a:r>
            <a:r>
              <a:rPr lang="en-US" sz="2400" err="1"/>
              <a:t>konkrétne</a:t>
            </a:r>
            <a:r>
              <a:rPr lang="en-US" sz="2400"/>
              <a:t> </a:t>
            </a:r>
            <a:r>
              <a:rPr lang="en-US" sz="2400" err="1"/>
              <a:t>súbory</a:t>
            </a:r>
            <a:r>
              <a:rPr lang="en-US" sz="2400"/>
              <a:t> </a:t>
            </a:r>
            <a:r>
              <a:rPr lang="en-US" sz="2400" err="1"/>
              <a:t>alebo</a:t>
            </a:r>
            <a:r>
              <a:rPr lang="en-US" sz="2400"/>
              <a:t> </a:t>
            </a:r>
            <a:r>
              <a:rPr lang="en-US" sz="2400" err="1"/>
              <a:t>riadky</a:t>
            </a:r>
            <a:r>
              <a:rPr lang="en-US" sz="2400"/>
              <a:t>,</a:t>
            </a:r>
          </a:p>
          <a:p>
            <a:r>
              <a:rPr lang="en-US" sz="2400" err="1"/>
              <a:t>vhodné</a:t>
            </a:r>
            <a:r>
              <a:rPr lang="en-US" sz="2400"/>
              <a:t> </a:t>
            </a:r>
            <a:r>
              <a:rPr lang="en-US" sz="2400" err="1"/>
              <a:t>hlavne</a:t>
            </a:r>
            <a:r>
              <a:rPr lang="en-US" sz="2400"/>
              <a:t> po </a:t>
            </a:r>
            <a:r>
              <a:rPr lang="en-US" sz="2400" err="1"/>
              <a:t>refactoringu</a:t>
            </a:r>
            <a:r>
              <a:rPr lang="en-US" sz="2400"/>
              <a:t> </a:t>
            </a:r>
            <a:r>
              <a:rPr lang="en-US" sz="2400" err="1"/>
              <a:t>alebo</a:t>
            </a:r>
            <a:r>
              <a:rPr lang="en-US" sz="2400"/>
              <a:t> </a:t>
            </a:r>
            <a:r>
              <a:rPr lang="en-US" sz="2400" err="1"/>
              <a:t>pri</a:t>
            </a:r>
            <a:r>
              <a:rPr lang="en-US" sz="2400"/>
              <a:t> </a:t>
            </a:r>
            <a:r>
              <a:rPr lang="en-US" sz="2400" err="1"/>
              <a:t>kontrole</a:t>
            </a:r>
            <a:r>
              <a:rPr lang="en-US" sz="2400"/>
              <a:t> </a:t>
            </a:r>
            <a:r>
              <a:rPr lang="en-US" sz="2400" err="1"/>
              <a:t>nedávno</a:t>
            </a:r>
            <a:r>
              <a:rPr lang="en-US" sz="2400"/>
              <a:t> </a:t>
            </a:r>
            <a:r>
              <a:rPr lang="en-US" sz="2400" err="1"/>
              <a:t>zmeneného</a:t>
            </a:r>
            <a:r>
              <a:rPr lang="en-US" sz="2400"/>
              <a:t> </a:t>
            </a:r>
            <a:r>
              <a:rPr lang="en-US" sz="2400" err="1"/>
              <a:t>kódu</a:t>
            </a:r>
            <a:r>
              <a:rPr lang="en-US" sz="240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97EBF-6D3D-53E4-4D23-1768AFD3E57B}"/>
              </a:ext>
            </a:extLst>
          </p:cNvPr>
          <p:cNvSpPr txBox="1">
            <a:spLocks/>
          </p:cNvSpPr>
          <p:nvPr/>
        </p:nvSpPr>
        <p:spPr>
          <a:xfrm>
            <a:off x="838198" y="4772132"/>
            <a:ext cx="10515600" cy="19754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err="1"/>
              <a:t>Využitie</a:t>
            </a:r>
            <a:r>
              <a:rPr lang="en-US" sz="2400" b="1"/>
              <a:t> LLM</a:t>
            </a:r>
          </a:p>
          <a:p>
            <a:r>
              <a:rPr lang="en-US" sz="2400"/>
              <a:t>vie </a:t>
            </a:r>
            <a:r>
              <a:rPr lang="en-US" sz="2400" err="1"/>
              <a:t>pripraviť</a:t>
            </a:r>
            <a:r>
              <a:rPr lang="en-US" sz="2400"/>
              <a:t> </a:t>
            </a:r>
            <a:r>
              <a:rPr lang="en-US" sz="2400" err="1"/>
              <a:t>konfiguráciu</a:t>
            </a:r>
            <a:r>
              <a:rPr lang="en-US" sz="2400"/>
              <a:t>, </a:t>
            </a:r>
            <a:r>
              <a:rPr lang="en-US" sz="2400" err="1"/>
              <a:t>vybrať</a:t>
            </a:r>
            <a:r>
              <a:rPr lang="en-US" sz="2400"/>
              <a:t> </a:t>
            </a:r>
            <a:r>
              <a:rPr lang="en-US" sz="2400" err="1"/>
              <a:t>súbory</a:t>
            </a:r>
            <a:r>
              <a:rPr lang="en-US" sz="2400"/>
              <a:t>/</a:t>
            </a:r>
            <a:r>
              <a:rPr lang="en-US" sz="2400" err="1"/>
              <a:t>riadky</a:t>
            </a:r>
            <a:r>
              <a:rPr lang="en-US" sz="2400"/>
              <a:t>/testy a </a:t>
            </a:r>
            <a:r>
              <a:rPr lang="en-US" sz="2400" err="1"/>
              <a:t>spustiť</a:t>
            </a:r>
            <a:r>
              <a:rPr lang="en-US" sz="2400"/>
              <a:t> </a:t>
            </a:r>
            <a:r>
              <a:rPr lang="en-US" sz="2400" err="1"/>
              <a:t>príkazy</a:t>
            </a:r>
            <a:r>
              <a:rPr lang="en-US" sz="2400"/>
              <a:t> bez toho, aby </a:t>
            </a:r>
            <a:r>
              <a:rPr lang="en-US" sz="2400" err="1"/>
              <a:t>používateľ</a:t>
            </a:r>
            <a:r>
              <a:rPr lang="en-US" sz="2400"/>
              <a:t> </a:t>
            </a:r>
            <a:r>
              <a:rPr lang="en-US" sz="2400" err="1"/>
              <a:t>poznal</a:t>
            </a:r>
            <a:r>
              <a:rPr lang="en-US" sz="2400"/>
              <a:t> </a:t>
            </a:r>
            <a:r>
              <a:rPr lang="en-US" sz="2400" err="1"/>
              <a:t>detaily</a:t>
            </a:r>
            <a:r>
              <a:rPr lang="en-US" sz="2400"/>
              <a:t> </a:t>
            </a:r>
            <a:r>
              <a:rPr lang="en-US" sz="2400" err="1"/>
              <a:t>frameworku</a:t>
            </a:r>
            <a:r>
              <a:rPr lang="en-US" sz="2400"/>
              <a:t>.</a:t>
            </a:r>
          </a:p>
          <a:p>
            <a:r>
              <a:rPr lang="en-US" sz="2400" err="1"/>
              <a:t>navrhovať</a:t>
            </a:r>
            <a:r>
              <a:rPr lang="en-US" sz="2400"/>
              <a:t> </a:t>
            </a:r>
            <a:r>
              <a:rPr lang="en-US" sz="2400" err="1"/>
              <a:t>vlastné</a:t>
            </a:r>
            <a:r>
              <a:rPr lang="en-US" sz="2400"/>
              <a:t> </a:t>
            </a:r>
            <a:r>
              <a:rPr lang="en-US" sz="2400" err="1"/>
              <a:t>mutácie</a:t>
            </a:r>
            <a:r>
              <a:rPr lang="en-US" sz="2400"/>
              <a:t>, </a:t>
            </a:r>
            <a:r>
              <a:rPr lang="en-US" sz="2400" err="1"/>
              <a:t>vyhodnocovať</a:t>
            </a:r>
            <a:r>
              <a:rPr lang="en-US" sz="2400"/>
              <a:t> survived </a:t>
            </a:r>
            <a:r>
              <a:rPr lang="en-US" sz="2400" err="1"/>
              <a:t>mutanty</a:t>
            </a:r>
            <a:r>
              <a:rPr lang="en-US" sz="2400"/>
              <a:t> a </a:t>
            </a:r>
            <a:r>
              <a:rPr lang="en-US" sz="2400" err="1"/>
              <a:t>generovať</a:t>
            </a:r>
            <a:r>
              <a:rPr lang="en-US" sz="2400"/>
              <a:t> </a:t>
            </a:r>
            <a:r>
              <a:rPr lang="en-US" sz="2400" err="1"/>
              <a:t>nové</a:t>
            </a:r>
            <a:r>
              <a:rPr lang="en-US" sz="2400"/>
              <a:t> testy, </a:t>
            </a:r>
            <a:r>
              <a:rPr lang="en-US" sz="2400" err="1"/>
              <a:t>ktoré</a:t>
            </a:r>
            <a:r>
              <a:rPr lang="en-US" sz="2400"/>
              <a:t> ich </a:t>
            </a:r>
            <a:r>
              <a:rPr lang="en-US" sz="2400" err="1"/>
              <a:t>zabijú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85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D541-EF6E-C46B-6B1C-610A669A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Potreba mutovat iba urcite lines</a:t>
            </a:r>
            <a:r>
              <a:rPr lang="en-US"/>
              <a:t> (jozo?)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5569C-087A-07FC-57FD-1B9361DA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/>
              <a:t>Moznosti ake existuju</a:t>
            </a:r>
          </a:p>
          <a:p>
            <a:r>
              <a:rPr lang="sk-SK"/>
              <a:t>ze sme sa rozhodli filter robit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D4C77-1FDA-6913-0F64-74028D4A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8A570A-EAC7-D560-F104-50B39E6E1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2C340-9638-B09A-39E9-24EC004DB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A99C6-9529-C07E-C588-100603EC3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0594DC-8C4D-8774-09A8-0DF57F57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786A1-BDC4-5131-802D-3BA785916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F1478-3913-9BD2-299E-FE29BEEF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Cosmic Ray line-filter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sz="3600" i="1">
                <a:solidFill>
                  <a:schemeClr val="bg1"/>
                </a:solidFill>
              </a:rPr>
              <a:t>Nová </a:t>
            </a:r>
            <a:r>
              <a:rPr lang="en-US" sz="3600" i="1" err="1">
                <a:solidFill>
                  <a:schemeClr val="bg1"/>
                </a:solidFill>
              </a:rPr>
              <a:t>funkcionalita</a:t>
            </a:r>
            <a:r>
              <a:rPr lang="en-US" sz="3600" i="1">
                <a:solidFill>
                  <a:schemeClr val="bg1"/>
                </a:solidFill>
              </a:rPr>
              <a:t> pre </a:t>
            </a:r>
            <a:r>
              <a:rPr lang="en-US" sz="3600" i="1" err="1">
                <a:solidFill>
                  <a:schemeClr val="bg1"/>
                </a:solidFill>
              </a:rPr>
              <a:t>cielené</a:t>
            </a:r>
            <a:r>
              <a:rPr lang="en-US" sz="3600" i="1">
                <a:solidFill>
                  <a:schemeClr val="bg1"/>
                </a:solidFill>
              </a:rPr>
              <a:t> </a:t>
            </a:r>
            <a:r>
              <a:rPr lang="en-US" sz="3600" i="1" err="1">
                <a:solidFill>
                  <a:schemeClr val="bg1"/>
                </a:solidFill>
              </a:rPr>
              <a:t>mutovanie</a:t>
            </a:r>
            <a:r>
              <a:rPr lang="en-US" sz="3600" i="1">
                <a:solidFill>
                  <a:schemeClr val="bg1"/>
                </a:solidFill>
              </a:rPr>
              <a:t> </a:t>
            </a:r>
            <a:r>
              <a:rPr lang="en-US" sz="3600" i="1" err="1">
                <a:solidFill>
                  <a:schemeClr val="bg1"/>
                </a:solidFill>
              </a:rPr>
              <a:t>konkrétnych</a:t>
            </a:r>
            <a:r>
              <a:rPr lang="en-US" sz="3600" i="1">
                <a:solidFill>
                  <a:schemeClr val="bg1"/>
                </a:solidFill>
              </a:rPr>
              <a:t> </a:t>
            </a:r>
            <a:r>
              <a:rPr lang="en-US" sz="3600" i="1" err="1">
                <a:solidFill>
                  <a:schemeClr val="bg1"/>
                </a:solidFill>
              </a:rPr>
              <a:t>riadkov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AA5145-0F86-9618-F0F6-1713E7028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08" y="4278696"/>
            <a:ext cx="10515600" cy="2501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err="1"/>
              <a:t>Implementácia</a:t>
            </a:r>
            <a:endParaRPr lang="en-US" sz="2400"/>
          </a:p>
          <a:p>
            <a:r>
              <a:rPr lang="en-US" sz="2400"/>
              <a:t>filter </a:t>
            </a:r>
            <a:r>
              <a:rPr lang="en-US" sz="2400" err="1"/>
              <a:t>načíta</a:t>
            </a:r>
            <a:r>
              <a:rPr lang="en-US" sz="2400"/>
              <a:t> </a:t>
            </a:r>
            <a:r>
              <a:rPr lang="en-US" sz="2400" err="1"/>
              <a:t>konfiguráciu</a:t>
            </a:r>
            <a:r>
              <a:rPr lang="en-US" sz="2400"/>
              <a:t> so </a:t>
            </a:r>
            <a:r>
              <a:rPr lang="en-US" sz="2400" err="1"/>
              <a:t>súbormi</a:t>
            </a:r>
            <a:r>
              <a:rPr lang="en-US" sz="2400"/>
              <a:t> a </a:t>
            </a:r>
            <a:r>
              <a:rPr lang="en-US" sz="2400" err="1"/>
              <a:t>rozsahmi</a:t>
            </a:r>
            <a:r>
              <a:rPr lang="en-US" sz="2400"/>
              <a:t> </a:t>
            </a:r>
            <a:r>
              <a:rPr lang="en-US" sz="2400" err="1"/>
              <a:t>riadkov</a:t>
            </a:r>
            <a:endParaRPr lang="en-US" sz="2400"/>
          </a:p>
          <a:p>
            <a:r>
              <a:rPr lang="en-US" sz="2400" err="1"/>
              <a:t>mutácie</a:t>
            </a:r>
            <a:r>
              <a:rPr lang="en-US" sz="2400"/>
              <a:t> </a:t>
            </a:r>
            <a:r>
              <a:rPr lang="en-US" sz="2400" err="1"/>
              <a:t>mimo</a:t>
            </a:r>
            <a:r>
              <a:rPr lang="en-US" sz="2400"/>
              <a:t> </a:t>
            </a:r>
            <a:r>
              <a:rPr lang="en-US" sz="2400" err="1"/>
              <a:t>vybraných</a:t>
            </a:r>
            <a:r>
              <a:rPr lang="en-US" sz="2400"/>
              <a:t> </a:t>
            </a:r>
            <a:r>
              <a:rPr lang="en-US" sz="2400" err="1"/>
              <a:t>rozsahov</a:t>
            </a:r>
            <a:r>
              <a:rPr lang="en-US" sz="2400"/>
              <a:t> </a:t>
            </a:r>
            <a:r>
              <a:rPr lang="en-US" sz="2400" err="1"/>
              <a:t>označí</a:t>
            </a:r>
            <a:r>
              <a:rPr lang="en-US" sz="2400"/>
              <a:t> v </a:t>
            </a:r>
            <a:r>
              <a:rPr lang="en-US" sz="2400" err="1"/>
              <a:t>databáze</a:t>
            </a:r>
            <a:r>
              <a:rPr lang="en-US" sz="2400"/>
              <a:t> </a:t>
            </a:r>
            <a:r>
              <a:rPr lang="en-US" sz="2400" err="1"/>
              <a:t>ako</a:t>
            </a:r>
            <a:r>
              <a:rPr lang="en-US" sz="2400"/>
              <a:t> SKIPPED</a:t>
            </a:r>
          </a:p>
          <a:p>
            <a:r>
              <a:rPr lang="en-US" sz="2400"/>
              <a:t>Cosmic Ray </a:t>
            </a:r>
            <a:r>
              <a:rPr lang="en-US" sz="2400" err="1"/>
              <a:t>potom</a:t>
            </a:r>
            <a:r>
              <a:rPr lang="en-US" sz="2400"/>
              <a:t> </a:t>
            </a:r>
            <a:r>
              <a:rPr lang="en-US" sz="2400" err="1"/>
              <a:t>vykoná</a:t>
            </a:r>
            <a:r>
              <a:rPr lang="en-US" sz="2400"/>
              <a:t> </a:t>
            </a:r>
            <a:r>
              <a:rPr lang="en-US" sz="2400" err="1"/>
              <a:t>iba</a:t>
            </a:r>
            <a:r>
              <a:rPr lang="en-US" sz="2400"/>
              <a:t> </a:t>
            </a:r>
            <a:r>
              <a:rPr lang="en-US" sz="2400" err="1"/>
              <a:t>ponechané</a:t>
            </a:r>
            <a:r>
              <a:rPr lang="en-US" sz="2400"/>
              <a:t> </a:t>
            </a:r>
            <a:r>
              <a:rPr lang="en-US" sz="2400" err="1"/>
              <a:t>mutácie</a:t>
            </a: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6CB52-2FDB-9F1B-865F-123A025D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672" y="3348215"/>
            <a:ext cx="4883212" cy="12536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C4C2C6-FF25-3823-DD65-45452B11C18B}"/>
              </a:ext>
            </a:extLst>
          </p:cNvPr>
          <p:cNvSpPr txBox="1">
            <a:spLocks/>
          </p:cNvSpPr>
          <p:nvPr/>
        </p:nvSpPr>
        <p:spPr>
          <a:xfrm>
            <a:off x="459350" y="1899672"/>
            <a:ext cx="10515600" cy="2501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err="1"/>
              <a:t>Motivácia</a:t>
            </a:r>
            <a:r>
              <a:rPr lang="en-US" sz="2400" b="1"/>
              <a:t>:</a:t>
            </a:r>
          </a:p>
          <a:p>
            <a:r>
              <a:rPr lang="en-US" sz="2400" err="1"/>
              <a:t>pri</a:t>
            </a:r>
            <a:r>
              <a:rPr lang="en-US" sz="2400"/>
              <a:t> </a:t>
            </a:r>
            <a:r>
              <a:rPr lang="en-US" sz="2400" err="1"/>
              <a:t>refaktoringu</a:t>
            </a:r>
            <a:r>
              <a:rPr lang="en-US" sz="2400"/>
              <a:t> </a:t>
            </a:r>
            <a:r>
              <a:rPr lang="en-US" sz="2400" err="1"/>
              <a:t>chceme</a:t>
            </a:r>
            <a:r>
              <a:rPr lang="en-US" sz="2400"/>
              <a:t> </a:t>
            </a:r>
            <a:r>
              <a:rPr lang="en-US" sz="2400" err="1"/>
              <a:t>overiť</a:t>
            </a:r>
            <a:r>
              <a:rPr lang="en-US" sz="2400"/>
              <a:t> </a:t>
            </a:r>
            <a:r>
              <a:rPr lang="en-US" sz="2400" err="1"/>
              <a:t>hlavne</a:t>
            </a:r>
            <a:r>
              <a:rPr lang="en-US" sz="2400"/>
              <a:t> </a:t>
            </a:r>
            <a:r>
              <a:rPr lang="en-US" sz="2400" err="1"/>
              <a:t>zmenené</a:t>
            </a:r>
            <a:r>
              <a:rPr lang="en-US" sz="2400"/>
              <a:t> </a:t>
            </a:r>
            <a:r>
              <a:rPr lang="en-US" sz="2400" err="1"/>
              <a:t>riadky</a:t>
            </a:r>
            <a:r>
              <a:rPr lang="en-US" sz="2400"/>
              <a:t>, </a:t>
            </a:r>
            <a:r>
              <a:rPr lang="en-US" sz="2400" err="1"/>
              <a:t>nie</a:t>
            </a:r>
            <a:r>
              <a:rPr lang="en-US" sz="2400"/>
              <a:t> </a:t>
            </a:r>
            <a:r>
              <a:rPr lang="en-US" sz="2400" err="1"/>
              <a:t>celý</a:t>
            </a:r>
            <a:r>
              <a:rPr lang="en-US" sz="2400"/>
              <a:t> </a:t>
            </a:r>
            <a:r>
              <a:rPr lang="en-US" sz="2400" err="1"/>
              <a:t>projekt</a:t>
            </a:r>
            <a:r>
              <a:rPr lang="en-US" sz="2400"/>
              <a:t>.</a:t>
            </a:r>
          </a:p>
          <a:p>
            <a:r>
              <a:rPr lang="en-US" sz="2400"/>
              <a:t>Line-filter </a:t>
            </a:r>
            <a:r>
              <a:rPr lang="en-US" sz="2400" err="1"/>
              <a:t>umožňuje</a:t>
            </a:r>
            <a:r>
              <a:rPr lang="en-US" sz="2400"/>
              <a:t> </a:t>
            </a:r>
            <a:r>
              <a:rPr lang="en-US" sz="2400" err="1"/>
              <a:t>mutovať</a:t>
            </a:r>
            <a:r>
              <a:rPr lang="en-US" sz="2400"/>
              <a:t> </a:t>
            </a:r>
            <a:r>
              <a:rPr lang="en-US" sz="2400" err="1"/>
              <a:t>iba</a:t>
            </a:r>
            <a:r>
              <a:rPr lang="en-US" sz="2400"/>
              <a:t> </a:t>
            </a:r>
            <a:r>
              <a:rPr lang="en-US" sz="2400" err="1"/>
              <a:t>vybrané</a:t>
            </a:r>
            <a:r>
              <a:rPr lang="en-US" sz="2400"/>
              <a:t> </a:t>
            </a:r>
            <a:r>
              <a:rPr lang="en-US" sz="2400" err="1"/>
              <a:t>riadky</a:t>
            </a:r>
            <a:r>
              <a:rPr lang="en-US" sz="2400"/>
              <a:t>, </a:t>
            </a:r>
            <a:r>
              <a:rPr lang="en-US" sz="2400" err="1"/>
              <a:t>čím</a:t>
            </a:r>
            <a:r>
              <a:rPr lang="en-US" sz="2400"/>
              <a:t> </a:t>
            </a:r>
            <a:r>
              <a:rPr lang="en-US" sz="2400" err="1"/>
              <a:t>znižuje</a:t>
            </a:r>
            <a:r>
              <a:rPr lang="en-US" sz="2400"/>
              <a:t> </a:t>
            </a:r>
            <a:r>
              <a:rPr lang="en-US" sz="2400" err="1"/>
              <a:t>počet</a:t>
            </a:r>
            <a:r>
              <a:rPr lang="en-US" sz="2400"/>
              <a:t> </a:t>
            </a:r>
            <a:r>
              <a:rPr lang="en-US" sz="2400" err="1"/>
              <a:t>mutácií</a:t>
            </a:r>
            <a:r>
              <a:rPr lang="en-US" sz="2400"/>
              <a:t>, </a:t>
            </a:r>
            <a:r>
              <a:rPr lang="en-US" sz="2400" err="1"/>
              <a:t>čas</a:t>
            </a:r>
            <a:r>
              <a:rPr lang="en-US" sz="2400"/>
              <a:t> </a:t>
            </a:r>
            <a:r>
              <a:rPr lang="en-US" sz="2400" err="1"/>
              <a:t>behu</a:t>
            </a:r>
            <a:r>
              <a:rPr lang="en-US" sz="2400"/>
              <a:t> </a:t>
            </a:r>
            <a:r>
              <a:rPr lang="en-US" sz="2400" err="1"/>
              <a:t>aj</a:t>
            </a:r>
            <a:r>
              <a:rPr lang="en-US" sz="2400"/>
              <a:t> </a:t>
            </a:r>
            <a:r>
              <a:rPr lang="en-US" sz="2400" err="1"/>
              <a:t>šum</a:t>
            </a:r>
            <a:r>
              <a:rPr lang="en-US" sz="2400"/>
              <a:t> </a:t>
            </a:r>
            <a:r>
              <a:rPr lang="en-US" sz="2400" err="1"/>
              <a:t>vo</a:t>
            </a:r>
            <a:r>
              <a:rPr lang="en-US" sz="2400"/>
              <a:t> </a:t>
            </a:r>
            <a:r>
              <a:rPr lang="en-US" sz="2400" err="1"/>
              <a:t>výsledkoch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764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9713FB-8CE1-069A-399E-591C7DE4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sk-SK" sz="4800" b="1" err="1"/>
              <a:t>Template</a:t>
            </a:r>
            <a:r>
              <a:rPr lang="sk-SK" sz="4800" b="1"/>
              <a:t> </a:t>
            </a:r>
            <a:r>
              <a:rPr lang="sk-SK" sz="4800" b="1" err="1"/>
              <a:t>Method</a:t>
            </a:r>
            <a:endParaRPr lang="en-US" b="1" i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40C2BF5-806D-C809-5384-8487274F39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639" y="1797146"/>
            <a:ext cx="588443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FilterApp.main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určuje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pevný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flow filtra</a:t>
            </a:r>
            <a:endParaRPr lang="sk-SK" altLang="en-US" sz="240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Spoločné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kroky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CLI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argumenty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otvorenie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WorkDB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návratový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kód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lang="sk-SK" altLang="en-US" sz="240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Variantné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kroky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sú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delegované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hook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metódy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sk-SK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LineFilter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tieto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hooky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prepíše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doplní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vlastnú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logiku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sk-SK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sk-SK" altLang="en-US" sz="240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Výsledok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nový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dá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pridať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bez duplicity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spoločného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spúšťacieho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kódu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9FB00A-64A8-3731-CDCA-79C1CC23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149" y="1275202"/>
            <a:ext cx="5884436" cy="405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8C1BF-6374-8AB6-B6BF-C4885DAC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29DB3F-A89C-103D-5D3D-84A3FB1AD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82D41-C6C3-22DB-EC1B-430FA7E9C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0E93E-AAF0-A673-0DF2-D3DF0EA45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6596E-08DF-F838-BFE3-0481D7A7E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3749AE-6453-2B57-BD2A-FC0ACB74F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5EA17-7D7A-75D9-CE72-90F5816FD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MCP Server pre mutation workflow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5D5E-53B1-A483-538F-A1CFBEEEF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84" y="2531470"/>
            <a:ext cx="9634088" cy="3921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MCP server = </a:t>
            </a:r>
            <a:r>
              <a:rPr lang="en-US" sz="2400" err="1"/>
              <a:t>rozhranie</a:t>
            </a:r>
            <a:r>
              <a:rPr lang="en-US" sz="2400"/>
              <a:t> </a:t>
            </a:r>
            <a:r>
              <a:rPr lang="en-US" sz="2400" err="1"/>
              <a:t>medzi</a:t>
            </a:r>
            <a:r>
              <a:rPr lang="en-US" sz="2400"/>
              <a:t> </a:t>
            </a:r>
            <a:r>
              <a:rPr lang="en-US" sz="2400" err="1"/>
              <a:t>Agentom</a:t>
            </a:r>
            <a:r>
              <a:rPr lang="en-US" sz="2400"/>
              <a:t> a </a:t>
            </a:r>
            <a:r>
              <a:rPr lang="en-US" sz="2400" err="1"/>
              <a:t>našimi</a:t>
            </a:r>
            <a:r>
              <a:rPr lang="en-US" sz="2400"/>
              <a:t> </a:t>
            </a:r>
            <a:r>
              <a:rPr lang="en-US" sz="2400" err="1"/>
              <a:t>nástrojmi</a:t>
            </a:r>
            <a:endParaRPr lang="sk-SK" sz="2400"/>
          </a:p>
          <a:p>
            <a:pPr marL="0" indent="0">
              <a:buNone/>
            </a:pPr>
            <a:endParaRPr lang="sk-SK" sz="2400"/>
          </a:p>
          <a:p>
            <a:pPr marL="0" indent="0">
              <a:buNone/>
            </a:pPr>
            <a:r>
              <a:rPr lang="sk-SK" sz="2400"/>
              <a:t>Prečo?</a:t>
            </a:r>
          </a:p>
          <a:p>
            <a:r>
              <a:rPr lang="en-US" sz="2400" err="1"/>
              <a:t>stabilný</a:t>
            </a:r>
            <a:r>
              <a:rPr lang="en-US" sz="2400"/>
              <a:t> tool </a:t>
            </a:r>
            <a:r>
              <a:rPr lang="en-US" sz="2400" err="1"/>
              <a:t>namiesto</a:t>
            </a:r>
            <a:r>
              <a:rPr lang="en-US" sz="2400"/>
              <a:t> </a:t>
            </a:r>
            <a:r>
              <a:rPr lang="en-US" sz="2400" err="1"/>
              <a:t>ručného</a:t>
            </a:r>
            <a:r>
              <a:rPr lang="en-US" sz="2400"/>
              <a:t> </a:t>
            </a:r>
            <a:r>
              <a:rPr lang="en-US" sz="2400" err="1"/>
              <a:t>skladania</a:t>
            </a:r>
            <a:r>
              <a:rPr lang="en-US" sz="2400"/>
              <a:t> </a:t>
            </a:r>
            <a:r>
              <a:rPr lang="en-US" sz="2400" err="1"/>
              <a:t>príkazov</a:t>
            </a:r>
            <a:endParaRPr lang="sk-SK" sz="2400"/>
          </a:p>
          <a:p>
            <a:r>
              <a:rPr lang="en-US" sz="2400"/>
              <a:t>agent </a:t>
            </a:r>
            <a:r>
              <a:rPr lang="en-US" sz="2400" err="1"/>
              <a:t>zadá</a:t>
            </a:r>
            <a:r>
              <a:rPr lang="en-US" sz="2400"/>
              <a:t> </a:t>
            </a:r>
            <a:r>
              <a:rPr lang="en-US" sz="2400" err="1"/>
              <a:t>cieľové</a:t>
            </a:r>
            <a:r>
              <a:rPr lang="en-US" sz="2400"/>
              <a:t> </a:t>
            </a:r>
            <a:r>
              <a:rPr lang="en-US" sz="2400" err="1"/>
              <a:t>súbory</a:t>
            </a:r>
            <a:r>
              <a:rPr lang="en-US" sz="2400"/>
              <a:t>, </a:t>
            </a:r>
            <a:r>
              <a:rPr lang="en-US" sz="2400" err="1"/>
              <a:t>riadky</a:t>
            </a:r>
            <a:r>
              <a:rPr lang="en-US" sz="2400"/>
              <a:t> a test command</a:t>
            </a:r>
          </a:p>
          <a:p>
            <a:r>
              <a:rPr lang="en-US" sz="2400"/>
              <a:t>tool </a:t>
            </a:r>
            <a:r>
              <a:rPr lang="en-US" sz="2400" err="1"/>
              <a:t>pripraví</a:t>
            </a:r>
            <a:r>
              <a:rPr lang="en-US" sz="2400"/>
              <a:t> Cosmic Ray config pre line-filter</a:t>
            </a:r>
            <a:endParaRPr lang="sk-SK" sz="2400"/>
          </a:p>
          <a:p>
            <a:r>
              <a:rPr lang="en-US" sz="2400" err="1"/>
              <a:t>spustí</a:t>
            </a:r>
            <a:r>
              <a:rPr lang="en-US" sz="2400"/>
              <a:t> </a:t>
            </a:r>
            <a:r>
              <a:rPr lang="en-US" sz="2400" err="1"/>
              <a:t>celý</a:t>
            </a:r>
            <a:r>
              <a:rPr lang="en-US" sz="2400"/>
              <a:t> mutation testing workflow</a:t>
            </a:r>
            <a:endParaRPr lang="sk-SK" sz="2400"/>
          </a:p>
          <a:p>
            <a:r>
              <a:rPr lang="en-US" sz="2400" err="1"/>
              <a:t>výstupom</a:t>
            </a:r>
            <a:r>
              <a:rPr lang="en-US" sz="2400"/>
              <a:t> je report: total / executed / killed / survived</a:t>
            </a:r>
            <a:endParaRPr lang="sk-SK" sz="2400"/>
          </a:p>
        </p:txBody>
      </p:sp>
      <p:pic>
        <p:nvPicPr>
          <p:cNvPr id="4" name="Picture 4" descr="BrowserStack | Awesome MCP Servers">
            <a:extLst>
              <a:ext uri="{FF2B5EF4-FFF2-40B4-BE49-F238E27FC236}">
                <a16:creationId xmlns:a16="http://schemas.microsoft.com/office/drawing/2014/main" id="{59160469-D025-7109-E861-2C967235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8" y="350256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66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7AA4-48F3-964C-0FE4-5FDAD9A0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/>
              <a:t>MCP Tools API </a:t>
            </a:r>
            <a:r>
              <a:rPr lang="en-US" sz="4800" b="1" err="1"/>
              <a:t>ako</a:t>
            </a:r>
            <a:r>
              <a:rPr lang="en-US" sz="4800" b="1"/>
              <a:t> Facade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D200B-EB78-EF3B-5945-9A6D77DF7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29" y="1894623"/>
            <a:ext cx="5112048" cy="4351338"/>
          </a:xfrm>
        </p:spPr>
        <p:txBody>
          <a:bodyPr>
            <a:normAutofit/>
          </a:bodyPr>
          <a:lstStyle/>
          <a:p>
            <a:r>
              <a:rPr lang="en-US" sz="2400"/>
              <a:t>AI agent </a:t>
            </a:r>
            <a:r>
              <a:rPr lang="en-US" sz="2400" err="1"/>
              <a:t>volá</a:t>
            </a:r>
            <a:r>
              <a:rPr lang="en-US" sz="2400"/>
              <a:t> </a:t>
            </a:r>
            <a:r>
              <a:rPr lang="en-US" sz="2400" err="1"/>
              <a:t>iba</a:t>
            </a:r>
            <a:r>
              <a:rPr lang="en-US" sz="2400"/>
              <a:t> high-level </a:t>
            </a:r>
            <a:r>
              <a:rPr lang="en-US" sz="2400" err="1"/>
              <a:t>tooly</a:t>
            </a:r>
            <a:endParaRPr lang="sk-SK" sz="2400"/>
          </a:p>
          <a:p>
            <a:r>
              <a:rPr lang="pt-BR" sz="2400"/>
              <a:t>Facade skrýva utility a CLI príkazy</a:t>
            </a:r>
            <a:endParaRPr lang="sk-SK" sz="2400"/>
          </a:p>
          <a:p>
            <a:r>
              <a:rPr lang="en-US" sz="2400" err="1"/>
              <a:t>prepare_line_mutation_config</a:t>
            </a:r>
            <a:r>
              <a:rPr lang="en-US" sz="2400"/>
              <a:t>() </a:t>
            </a:r>
            <a:r>
              <a:rPr lang="en-US" sz="2400" err="1"/>
              <a:t>pripraví</a:t>
            </a:r>
            <a:r>
              <a:rPr lang="en-US" sz="2400"/>
              <a:t> </a:t>
            </a:r>
            <a:r>
              <a:rPr lang="en-US" sz="2400" err="1"/>
              <a:t>konfiguráciu</a:t>
            </a:r>
            <a:endParaRPr lang="sk-SK" sz="2400"/>
          </a:p>
          <a:p>
            <a:r>
              <a:rPr lang="en-US" sz="2400" err="1"/>
              <a:t>execute_line_mutation_testing</a:t>
            </a:r>
            <a:r>
              <a:rPr lang="en-US" sz="2400"/>
              <a:t>() </a:t>
            </a:r>
            <a:r>
              <a:rPr lang="en-US" sz="2400" err="1"/>
              <a:t>vykoná</a:t>
            </a:r>
            <a:r>
              <a:rPr lang="en-US" sz="2400"/>
              <a:t> </a:t>
            </a:r>
            <a:r>
              <a:rPr lang="en-US" sz="2400" err="1"/>
              <a:t>celý</a:t>
            </a:r>
            <a:r>
              <a:rPr lang="en-US" sz="2400"/>
              <a:t> workflow</a:t>
            </a:r>
            <a:endParaRPr lang="sk-SK" sz="2400"/>
          </a:p>
          <a:p>
            <a:r>
              <a:rPr lang="en-US" sz="2400" err="1"/>
              <a:t>Klient</a:t>
            </a:r>
            <a:r>
              <a:rPr lang="en-US" sz="2400"/>
              <a:t> </a:t>
            </a:r>
            <a:r>
              <a:rPr lang="en-US" sz="2400" err="1"/>
              <a:t>nemusí</a:t>
            </a:r>
            <a:r>
              <a:rPr lang="en-US" sz="2400"/>
              <a:t> </a:t>
            </a:r>
            <a:r>
              <a:rPr lang="en-US" sz="2400" err="1"/>
              <a:t>poznať</a:t>
            </a:r>
            <a:r>
              <a:rPr lang="en-US" sz="2400"/>
              <a:t> </a:t>
            </a:r>
            <a:r>
              <a:rPr lang="en-US" sz="2400" err="1"/>
              <a:t>poradie</a:t>
            </a:r>
            <a:r>
              <a:rPr lang="en-US" sz="2400"/>
              <a:t> </a:t>
            </a:r>
            <a:r>
              <a:rPr lang="en-US" sz="2400" err="1"/>
              <a:t>krokov</a:t>
            </a:r>
            <a:r>
              <a:rPr lang="en-US" sz="2400"/>
              <a:t> ani </a:t>
            </a:r>
            <a:r>
              <a:rPr lang="en-US" sz="2400" err="1"/>
              <a:t>detaily</a:t>
            </a:r>
            <a:r>
              <a:rPr lang="en-US" sz="2400"/>
              <a:t> </a:t>
            </a:r>
            <a:r>
              <a:rPr lang="en-US" sz="2400" err="1"/>
              <a:t>implementácie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086C8-2291-69A7-24F5-20D382EA3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218" y="1273975"/>
            <a:ext cx="7365782" cy="478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45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14A6-664C-A853-DAE9-58173F51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1" y="259237"/>
            <a:ext cx="11422364" cy="1719072"/>
          </a:xfrm>
        </p:spPr>
        <p:txBody>
          <a:bodyPr>
            <a:normAutofit/>
          </a:bodyPr>
          <a:lstStyle/>
          <a:p>
            <a:r>
              <a:rPr lang="en-US" sz="5400" b="1"/>
              <a:t>Agentic </a:t>
            </a:r>
            <a:r>
              <a:rPr lang="sk-SK" sz="5400" b="1" err="1"/>
              <a:t>Skills</a:t>
            </a:r>
            <a:endParaRPr lang="en-US" sz="5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A04FB-C02F-20F2-B79C-C3D417F2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525" y="1709928"/>
            <a:ext cx="6967234" cy="1719072"/>
          </a:xfrm>
        </p:spPr>
        <p:txBody>
          <a:bodyPr>
            <a:normAutofit/>
          </a:bodyPr>
          <a:lstStyle/>
          <a:p>
            <a:r>
              <a:rPr lang="en-US" sz="2400" err="1"/>
              <a:t>Špeciálne</a:t>
            </a:r>
            <a:r>
              <a:rPr lang="en-US" sz="2400"/>
              <a:t> </a:t>
            </a:r>
            <a:r>
              <a:rPr lang="en-US" sz="2400" err="1"/>
              <a:t>inštrukcie</a:t>
            </a:r>
            <a:r>
              <a:rPr lang="en-US" sz="2400"/>
              <a:t> pre Agenta</a:t>
            </a:r>
          </a:p>
          <a:p>
            <a:r>
              <a:rPr lang="en-US" sz="2400" err="1"/>
              <a:t>Načítajú</a:t>
            </a:r>
            <a:r>
              <a:rPr lang="en-US" sz="2400"/>
              <a:t> </a:t>
            </a:r>
            <a:r>
              <a:rPr lang="en-US" sz="2400" err="1"/>
              <a:t>sa</a:t>
            </a:r>
            <a:r>
              <a:rPr lang="en-US" sz="2400"/>
              <a:t> </a:t>
            </a:r>
            <a:r>
              <a:rPr lang="en-US" sz="2400" err="1"/>
              <a:t>pri</a:t>
            </a:r>
            <a:r>
              <a:rPr lang="en-US" sz="2400"/>
              <a:t> </a:t>
            </a:r>
            <a:r>
              <a:rPr lang="en-US" sz="2400" err="1"/>
              <a:t>relevantnom</a:t>
            </a:r>
            <a:r>
              <a:rPr lang="en-US" sz="2400"/>
              <a:t> </a:t>
            </a:r>
            <a:r>
              <a:rPr lang="en-US" sz="2400" err="1"/>
              <a:t>zadaní</a:t>
            </a:r>
            <a:r>
              <a:rPr lang="en-US" sz="2400"/>
              <a:t> </a:t>
            </a:r>
            <a:r>
              <a:rPr lang="en-US" sz="2400" err="1"/>
              <a:t>úlohy</a:t>
            </a:r>
            <a:endParaRPr lang="en-US" sz="2400"/>
          </a:p>
          <a:p>
            <a:endParaRPr lang="en-US" sz="2400"/>
          </a:p>
          <a:p>
            <a:endParaRPr lang="en-US" sz="24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A5A41-AF89-219F-E006-7216E2A05B88}"/>
              </a:ext>
            </a:extLst>
          </p:cNvPr>
          <p:cNvSpPr txBox="1">
            <a:spLocks/>
          </p:cNvSpPr>
          <p:nvPr/>
        </p:nvSpPr>
        <p:spPr>
          <a:xfrm>
            <a:off x="254524" y="2884603"/>
            <a:ext cx="6815579" cy="3714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Moje </a:t>
            </a:r>
            <a:r>
              <a:rPr lang="en-US" sz="2400" err="1"/>
              <a:t>využitie</a:t>
            </a:r>
            <a:r>
              <a:rPr lang="en-US" sz="2400"/>
              <a:t>:</a:t>
            </a:r>
          </a:p>
          <a:p>
            <a:r>
              <a:rPr lang="en-US" sz="2400"/>
              <a:t>Skill </a:t>
            </a:r>
            <a:r>
              <a:rPr lang="en-US" sz="2400" err="1"/>
              <a:t>sa</a:t>
            </a:r>
            <a:r>
              <a:rPr lang="en-US" sz="2400"/>
              <a:t> </a:t>
            </a:r>
            <a:r>
              <a:rPr lang="sk-SK" sz="2400"/>
              <a:t>načíta</a:t>
            </a:r>
            <a:r>
              <a:rPr lang="en-US" sz="2400"/>
              <a:t> </a:t>
            </a:r>
            <a:r>
              <a:rPr lang="en-US" sz="2400" err="1"/>
              <a:t>pri</a:t>
            </a:r>
            <a:r>
              <a:rPr lang="en-US" sz="2400"/>
              <a:t> targeted mutation </a:t>
            </a:r>
            <a:r>
              <a:rPr lang="en-US" sz="2400" err="1"/>
              <a:t>testingu</a:t>
            </a:r>
            <a:endParaRPr lang="en-US" sz="2400"/>
          </a:p>
          <a:p>
            <a:r>
              <a:rPr lang="en-US" sz="2400" err="1"/>
              <a:t>Pomáha</a:t>
            </a:r>
            <a:r>
              <a:rPr lang="en-US" sz="2400"/>
              <a:t> </a:t>
            </a:r>
            <a:r>
              <a:rPr lang="en-US" sz="2400" err="1"/>
              <a:t>Agentovi</a:t>
            </a:r>
            <a:r>
              <a:rPr lang="en-US" sz="2400"/>
              <a:t> </a:t>
            </a:r>
            <a:r>
              <a:rPr lang="en-US" sz="2400" err="1"/>
              <a:t>vybrať</a:t>
            </a:r>
            <a:r>
              <a:rPr lang="en-US" sz="2400"/>
              <a:t> </a:t>
            </a:r>
            <a:r>
              <a:rPr lang="en-US" sz="2400" err="1"/>
              <a:t>minimálny</a:t>
            </a:r>
            <a:r>
              <a:rPr lang="en-US" sz="2400"/>
              <a:t> </a:t>
            </a:r>
            <a:r>
              <a:rPr lang="en-US" sz="2400" err="1"/>
              <a:t>relevantný</a:t>
            </a:r>
            <a:r>
              <a:rPr lang="en-US" sz="2400"/>
              <a:t> test command</a:t>
            </a:r>
          </a:p>
          <a:p>
            <a:r>
              <a:rPr lang="en-US" sz="2400" err="1"/>
              <a:t>Definuje</a:t>
            </a:r>
            <a:r>
              <a:rPr lang="en-US" sz="2400"/>
              <a:t> </a:t>
            </a:r>
            <a:r>
              <a:rPr lang="en-US" sz="2400" err="1"/>
              <a:t>ako</a:t>
            </a:r>
            <a:r>
              <a:rPr lang="en-US" sz="2400"/>
              <a:t> </a:t>
            </a:r>
            <a:r>
              <a:rPr lang="en-US" sz="2400" err="1"/>
              <a:t>sa</a:t>
            </a:r>
            <a:r>
              <a:rPr lang="en-US" sz="2400"/>
              <a:t> Agent </a:t>
            </a:r>
            <a:r>
              <a:rPr lang="en-US" sz="2400" err="1"/>
              <a:t>má</a:t>
            </a:r>
            <a:r>
              <a:rPr lang="en-US" sz="2400"/>
              <a:t> </a:t>
            </a:r>
            <a:r>
              <a:rPr lang="en-US" sz="2400" err="1"/>
              <a:t>správať</a:t>
            </a:r>
            <a:r>
              <a:rPr lang="en-US" sz="2400"/>
              <a:t> </a:t>
            </a:r>
            <a:r>
              <a:rPr lang="en-US" sz="2400" err="1"/>
              <a:t>pri</a:t>
            </a:r>
            <a:r>
              <a:rPr lang="en-US" sz="2400"/>
              <a:t> </a:t>
            </a:r>
            <a:r>
              <a:rPr lang="en-US" sz="2400" err="1"/>
              <a:t>otázkach</a:t>
            </a:r>
            <a:r>
              <a:rPr lang="en-US" sz="2400"/>
              <a:t> </a:t>
            </a:r>
            <a:r>
              <a:rPr lang="en-US" sz="2400" err="1"/>
              <a:t>usera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B58AF-C0CC-6019-4B27-3A78DF53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164" y="869063"/>
            <a:ext cx="5203596" cy="539592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8319FF-660F-5D3B-A42E-1F7D20922BED}"/>
              </a:ext>
            </a:extLst>
          </p:cNvPr>
          <p:cNvSpPr txBox="1">
            <a:spLocks/>
          </p:cNvSpPr>
          <p:nvPr/>
        </p:nvSpPr>
        <p:spPr>
          <a:xfrm>
            <a:off x="7648976" y="535289"/>
            <a:ext cx="3638618" cy="558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b="1" i="1"/>
              <a:t>Náš </a:t>
            </a:r>
            <a:r>
              <a:rPr lang="sk-SK" b="1" i="1" err="1"/>
              <a:t>skill</a:t>
            </a:r>
            <a:r>
              <a:rPr lang="sk-SK" b="1" i="1"/>
              <a:t> (</a:t>
            </a:r>
            <a:r>
              <a:rPr lang="sk-SK" b="1" i="1" err="1"/>
              <a:t>simplified</a:t>
            </a:r>
            <a:r>
              <a:rPr lang="sk-SK" b="1" i="1"/>
              <a:t>)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08545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3C75-649B-E1CA-669E-C50D0703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vykonanie </a:t>
            </a:r>
            <a:r>
              <a:rPr lang="sk-SK" err="1"/>
              <a:t>line</a:t>
            </a:r>
            <a:r>
              <a:rPr lang="sk-SK"/>
              <a:t> filter + </a:t>
            </a:r>
            <a:r>
              <a:rPr lang="sk-SK" err="1"/>
              <a:t>mcp</a:t>
            </a:r>
            <a:r>
              <a:rPr lang="sk-SK"/>
              <a:t> + </a:t>
            </a:r>
            <a:r>
              <a:rPr lang="sk-SK" err="1"/>
              <a:t>skills</a:t>
            </a:r>
            <a:r>
              <a:rPr lang="sk-SK"/>
              <a:t> -&gt; video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58572-D0F6-DD5A-0022-2EA4E62A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0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DD96-2F49-7904-2B67-4350F6DA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623" y="3255571"/>
            <a:ext cx="11214754" cy="1874271"/>
          </a:xfrm>
        </p:spPr>
        <p:txBody>
          <a:bodyPr>
            <a:normAutofit/>
          </a:bodyPr>
          <a:lstStyle/>
          <a:p>
            <a:pPr algn="ctr"/>
            <a:r>
              <a:rPr lang="sk-SK" sz="3600" err="1"/>
              <a:t>Github</a:t>
            </a:r>
            <a:r>
              <a:rPr lang="en-US" sz="3600"/>
              <a:t>:</a:t>
            </a:r>
            <a:br>
              <a:rPr lang="en-US" sz="3600"/>
            </a:br>
            <a:r>
              <a:rPr lang="en-US" sz="3600">
                <a:hlinkClick r:id="rId2"/>
              </a:rPr>
              <a:t>https://github.com/Bolest-oci/mutation-testing</a:t>
            </a:r>
            <a:r>
              <a:rPr lang="sk-SK" sz="3600"/>
              <a:t> </a:t>
            </a: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9F305D-96AA-0C67-790B-D4F48C612BCF}"/>
              </a:ext>
            </a:extLst>
          </p:cNvPr>
          <p:cNvSpPr txBox="1">
            <a:spLocks/>
          </p:cNvSpPr>
          <p:nvPr/>
        </p:nvSpPr>
        <p:spPr>
          <a:xfrm>
            <a:off x="1327608" y="2077223"/>
            <a:ext cx="9992413" cy="2296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7200" b="1" i="1" err="1"/>
              <a:t>Ďakujem</a:t>
            </a:r>
            <a:r>
              <a:rPr lang="sk-SK" sz="7200" b="1" i="1"/>
              <a:t>e</a:t>
            </a:r>
            <a:r>
              <a:rPr lang="en-US" sz="7200" b="1" i="1"/>
              <a:t> za </a:t>
            </a:r>
            <a:r>
              <a:rPr lang="en-US" sz="7200" b="1" i="1" err="1"/>
              <a:t>pozornosť</a:t>
            </a:r>
            <a:endParaRPr lang="en-US" sz="7200" b="1" i="1"/>
          </a:p>
        </p:txBody>
      </p:sp>
    </p:spTree>
    <p:extLst>
      <p:ext uri="{BB962C8B-B14F-4D97-AF65-F5344CB8AC3E}">
        <p14:creationId xmlns:p14="http://schemas.microsoft.com/office/powerpoint/2010/main" val="1553985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615</Words>
  <Application>Microsoft Office PowerPoint</Application>
  <PresentationFormat>Widescreen</PresentationFormat>
  <Paragraphs>80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Arial Unicode MS</vt:lpstr>
      <vt:lpstr>Office Theme</vt:lpstr>
      <vt:lpstr>Mutation-based testing Architektúry softvérových systémov</vt:lpstr>
      <vt:lpstr>Problém: Code coverage neznamená kvalitné testy</vt:lpstr>
      <vt:lpstr>Riešenie: Mutation-based testing</vt:lpstr>
      <vt:lpstr>Ak je mutation testing taký dobrý, prečo ho nepoužívame všade?</vt:lpstr>
      <vt:lpstr>Možnosti riešenia:</vt:lpstr>
      <vt:lpstr>Potreba mutovat iba urcite lines (jozo?)</vt:lpstr>
      <vt:lpstr>Cosmic Ray line-filter Nová funkcionalita pre cielené mutovanie konkrétnych riadkov</vt:lpstr>
      <vt:lpstr>Template Method</vt:lpstr>
      <vt:lpstr>MCP Server pre mutation workflow</vt:lpstr>
      <vt:lpstr>MCP Tools API ako Facade</vt:lpstr>
      <vt:lpstr>Agentic Skills</vt:lpstr>
      <vt:lpstr>vykonanie line filter + mcp + skills -&gt; video</vt:lpstr>
      <vt:lpstr>Github: https://github.com/Bolest-oci/mutation-testing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Ondrej Babinský</dc:creator>
  <cp:lastModifiedBy>Ondrej Babinský</cp:lastModifiedBy>
  <cp:revision>7</cp:revision>
  <dcterms:created xsi:type="dcterms:W3CDTF">2026-05-14T10:37:01Z</dcterms:created>
  <dcterms:modified xsi:type="dcterms:W3CDTF">2026-05-29T17:54:04Z</dcterms:modified>
</cp:coreProperties>
</file>