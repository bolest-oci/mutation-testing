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64" r:id="rId6"/>
    <p:sldId id="265" r:id="rId7"/>
    <p:sldId id="259" r:id="rId8"/>
    <p:sldId id="260" r:id="rId9"/>
    <p:sldId id="266" r:id="rId10"/>
    <p:sldId id="261" r:id="rId11"/>
    <p:sldId id="262" r:id="rId12"/>
    <p:sldId id="267" r:id="rId13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F51493-FC16-C00E-9361-7FE81E0B53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C0D5317-47A4-3410-F3A3-6BC2D0423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14212C5D-8B20-3C87-F74A-4E5FCB998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690-09B9-4BE9-8914-C3057459AAB4}" type="datetimeFigureOut">
              <a:rPr lang="sk-SK" smtClean="0"/>
              <a:t>29. 5. 2026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6347C657-6EBB-A071-25DE-21FAD5275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0D271110-7ABE-B222-3CBC-3FBE1D07C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1890-644F-4150-934B-25642ACED05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12444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023360-5EF1-2037-8FE4-FDE36727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440C3AA-5FE8-C665-7530-E505C2E7B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79A00536-E0F2-7A48-D5C0-D9FAF710F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690-09B9-4BE9-8914-C3057459AAB4}" type="datetimeFigureOut">
              <a:rPr lang="sk-SK" smtClean="0"/>
              <a:t>29. 5. 2026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9509DDE-EA7F-69D6-85A1-C20EAF86F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0326E3F-3FCB-7822-C002-39EB30658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1890-644F-4150-934B-25642ACED05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9667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BEC434-C56B-AAA3-E495-B7E236441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AA77E1C-485F-ACBF-2392-6AA329458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DBD5A6B5-B7F0-450A-3A29-84FA1B69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690-09B9-4BE9-8914-C3057459AAB4}" type="datetimeFigureOut">
              <a:rPr lang="sk-SK" smtClean="0"/>
              <a:t>29. 5. 2026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4DEE676-9E9A-C659-85CA-4F74BF680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60E2D160-00F5-8C79-9446-506889A97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1890-644F-4150-934B-25642ACED05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880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725D03-81B6-DA15-AFD3-EECB4DC0F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5C3B4E4-806F-A548-4FD6-2B9ADD4404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B6621D4A-3B44-17BD-5256-EA4E4A950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70C95B46-16F1-50B5-F27E-994AC811E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690-09B9-4BE9-8914-C3057459AAB4}" type="datetimeFigureOut">
              <a:rPr lang="sk-SK" smtClean="0"/>
              <a:t>29. 5. 2026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0DB1485F-9084-3CA3-672C-A782EB3E1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5E9E5EC2-6612-4C35-A012-5500101FA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1890-644F-4150-934B-25642ACED05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74838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2053EC-D2A2-32E2-3216-E75F35499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034C8A0-E3E1-231D-66B6-9C49460B5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B6F2CAE1-1BDD-DF47-B8CE-FA621ADC7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2564C57F-15D1-81E1-F59B-DCDC74354B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1BD8B60C-1FC9-2CAB-561F-BF9510A1A5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8F8CF89D-CA87-4C9C-FBA7-67F310A37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690-09B9-4BE9-8914-C3057459AAB4}" type="datetimeFigureOut">
              <a:rPr lang="sk-SK" smtClean="0"/>
              <a:t>29. 5. 2026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ED3C6960-91A5-99CE-41F6-271EEFE0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AA3ED6AD-583F-581E-4698-C4D4786C8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1890-644F-4150-934B-25642ACED05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26817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E529-EA5D-B135-3A05-232073C5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BD88150D-E1D1-7BCF-EF6E-CD5DDC80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690-09B9-4BE9-8914-C3057459AAB4}" type="datetimeFigureOut">
              <a:rPr lang="sk-SK" smtClean="0"/>
              <a:t>29. 5. 2026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072A1597-7901-4FA8-5EFD-F906460A2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C169C819-FD1F-3D1E-575F-55C91AE74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1890-644F-4150-934B-25642ACED05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35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BFAE8BAD-EF38-936C-4AB2-865D70F2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690-09B9-4BE9-8914-C3057459AAB4}" type="datetimeFigureOut">
              <a:rPr lang="sk-SK" smtClean="0"/>
              <a:t>29. 5. 2026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E75AB9BB-827E-CE85-731B-E05487605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0389E46-8C71-1198-0AE9-DCBC5AF27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1890-644F-4150-934B-25642ACED05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01399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0E8A20-66F6-AEF2-EC0F-2CFBC6C41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32F4EBE-FA48-3B89-556F-1B38B8092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81224C5-4660-9C06-D450-A657E7DC3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DCA6CD45-ADBE-77B1-D915-DA2B7EADF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690-09B9-4BE9-8914-C3057459AAB4}" type="datetimeFigureOut">
              <a:rPr lang="sk-SK" smtClean="0"/>
              <a:t>29. 5. 2026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58028281-943C-3E36-FCCC-84EA4503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ACD66606-88AF-AB41-4FEC-3C62FCE6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1890-644F-4150-934B-25642ACED05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57593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B6E11C7-83BC-4459-FFFD-5BFCF8B7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79F5538E-4FA6-8517-8AA8-02E398DAE1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5CD6AA8-BAE8-C6E5-FEDD-480B3F99F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0EE992A7-0972-0B2F-C521-AE7F1F995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690-09B9-4BE9-8914-C3057459AAB4}" type="datetimeFigureOut">
              <a:rPr lang="sk-SK" smtClean="0"/>
              <a:t>29. 5. 2026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F2F49AE2-D1A7-8D2B-C5AF-3ED7180E8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5027F42A-279D-D023-975C-BEA485447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1890-644F-4150-934B-25642ACED05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23789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929885-1249-157B-21D8-4FAA5034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2405870D-EB32-A85E-CB85-A37BEEE84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8B5E9130-5739-2F8C-C5ED-7C41A7FA1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690-09B9-4BE9-8914-C3057459AAB4}" type="datetimeFigureOut">
              <a:rPr lang="sk-SK" smtClean="0"/>
              <a:t>29. 5. 2026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7269D095-BDC2-0B3B-F5F7-C8CE7451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21DC5FBA-ABDF-FE08-6BC9-C5451A91D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1890-644F-4150-934B-25642ACED05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61245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4B6F6FB1-E331-AFC5-48CD-65BDD87C9A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A000FE08-4B66-564D-D3FB-C5D38F0229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530E0D0-B52F-D0CB-6328-F9DFAF01F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690-09B9-4BE9-8914-C3057459AAB4}" type="datetimeFigureOut">
              <a:rPr lang="sk-SK" smtClean="0"/>
              <a:t>29. 5. 2026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6AE56ECE-26EF-AE34-866A-6335D45F6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CC0793DB-E576-325A-74E8-623F5D73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1890-644F-4150-934B-25642ACED05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22162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D92B241B-5DCA-CD7E-0CAD-BF63E3E12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D17B54B-76F8-F511-3A14-BDFA4E42D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2C18FCB-7F4B-B51C-C844-1285B07F6B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928690-09B9-4BE9-8914-C3057459AAB4}" type="datetimeFigureOut">
              <a:rPr lang="sk-SK" smtClean="0"/>
              <a:t>29. 5. 2026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E6CEF7A2-F7DF-A37C-20A5-9533A5452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D9587647-E100-EC86-FADF-7735C6558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7D1890-644F-4150-934B-25642ACED05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96209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Bolest-oci/mutation-testing/issues/96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1D54A7-3400-EF93-6C11-A861B48AB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334" y="1108402"/>
            <a:ext cx="9965331" cy="2387600"/>
          </a:xfrm>
        </p:spPr>
        <p:txBody>
          <a:bodyPr>
            <a:normAutofit/>
          </a:bodyPr>
          <a:lstStyle/>
          <a:p>
            <a:r>
              <a:rPr lang="sk-SK" sz="5400" dirty="0"/>
              <a:t>VS </a:t>
            </a:r>
            <a:r>
              <a:rPr lang="sk-SK" sz="5400" dirty="0" err="1"/>
              <a:t>Code</a:t>
            </a:r>
            <a:r>
              <a:rPr lang="sk-SK" sz="5400" dirty="0"/>
              <a:t> </a:t>
            </a:r>
            <a:r>
              <a:rPr lang="sk-SK" sz="5400" dirty="0" err="1"/>
              <a:t>extension</a:t>
            </a:r>
            <a:r>
              <a:rPr lang="sk-SK" sz="5400" dirty="0"/>
              <a:t> pre </a:t>
            </a:r>
            <a:r>
              <a:rPr lang="sk-SK" sz="5400" dirty="0" err="1"/>
              <a:t>refactoring</a:t>
            </a:r>
            <a:br>
              <a:rPr lang="sk-SK" sz="5400" dirty="0"/>
            </a:br>
            <a:r>
              <a:rPr lang="sk-SK" sz="5400" dirty="0"/>
              <a:t>(bez </a:t>
            </a:r>
            <a:r>
              <a:rPr lang="sk-SK" sz="5400" dirty="0" err="1"/>
              <a:t>llm</a:t>
            </a:r>
            <a:r>
              <a:rPr lang="sk-SK" sz="5400" dirty="0"/>
              <a:t> aj s </a:t>
            </a:r>
            <a:r>
              <a:rPr lang="sk-SK" sz="5400" dirty="0" err="1"/>
              <a:t>llm</a:t>
            </a:r>
            <a:r>
              <a:rPr lang="sk-SK" sz="5400" dirty="0"/>
              <a:t>)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3082EBE-ACC3-F990-77EF-38BD4CAEF3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dirty="0"/>
              <a:t>Richard Macko</a:t>
            </a:r>
          </a:p>
        </p:txBody>
      </p:sp>
    </p:spTree>
    <p:extLst>
      <p:ext uri="{BB962C8B-B14F-4D97-AF65-F5344CB8AC3E}">
        <p14:creationId xmlns:p14="http://schemas.microsoft.com/office/powerpoint/2010/main" val="387256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E377A0-99C5-2BAC-9A01-A880E8632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Ako funguje </a:t>
            </a:r>
            <a:r>
              <a:rPr lang="sk-SK" dirty="0" err="1"/>
              <a:t>refactoring</a:t>
            </a:r>
            <a:r>
              <a:rPr lang="sk-SK" dirty="0"/>
              <a:t> vo VS </a:t>
            </a:r>
            <a:r>
              <a:rPr lang="sk-SK" dirty="0" err="1"/>
              <a:t>Code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3C34DDE-39BD-2592-2E81-50B65C461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skúmanie spôsobu, akým VS </a:t>
            </a:r>
            <a:r>
              <a:rPr lang="sk-SK" dirty="0" err="1"/>
              <a:t>Code</a:t>
            </a:r>
            <a:r>
              <a:rPr lang="sk-SK" dirty="0"/>
              <a:t> skladá </a:t>
            </a:r>
            <a:r>
              <a:rPr lang="sk-SK" dirty="0" err="1"/>
              <a:t>refactoring</a:t>
            </a:r>
            <a:r>
              <a:rPr lang="sk-SK" dirty="0"/>
              <a:t> menu</a:t>
            </a:r>
          </a:p>
          <a:p>
            <a:endParaRPr lang="sk-SK" dirty="0"/>
          </a:p>
          <a:p>
            <a:r>
              <a:rPr lang="sk-SK" dirty="0" err="1"/>
              <a:t>refactoring</a:t>
            </a:r>
            <a:r>
              <a:rPr lang="sk-SK" dirty="0"/>
              <a:t> operácie sú poskytované cez </a:t>
            </a:r>
            <a:r>
              <a:rPr lang="sk-SK" dirty="0" err="1"/>
              <a:t>Code</a:t>
            </a:r>
            <a:r>
              <a:rPr lang="sk-SK" dirty="0"/>
              <a:t> </a:t>
            </a:r>
            <a:r>
              <a:rPr lang="sk-SK" dirty="0" err="1"/>
              <a:t>Actions</a:t>
            </a:r>
            <a:r>
              <a:rPr lang="sk-SK" dirty="0"/>
              <a:t> a </a:t>
            </a:r>
            <a:r>
              <a:rPr lang="sk-SK" dirty="0" err="1"/>
              <a:t>Language</a:t>
            </a:r>
            <a:r>
              <a:rPr lang="sk-SK" dirty="0"/>
              <a:t> Server </a:t>
            </a:r>
            <a:r>
              <a:rPr lang="sk-SK" dirty="0" err="1"/>
              <a:t>Protocol</a:t>
            </a:r>
            <a:br>
              <a:rPr lang="sk-SK" dirty="0"/>
            </a:br>
            <a:endParaRPr lang="sk-SK" dirty="0"/>
          </a:p>
          <a:p>
            <a:r>
              <a:rPr lang="sk-SK" dirty="0"/>
              <a:t>analýza existujúcich </a:t>
            </a:r>
            <a:r>
              <a:rPr lang="sk-SK" dirty="0" err="1"/>
              <a:t>open-source</a:t>
            </a:r>
            <a:r>
              <a:rPr lang="sk-SK" dirty="0"/>
              <a:t> </a:t>
            </a:r>
            <a:r>
              <a:rPr lang="sk-SK" dirty="0" err="1"/>
              <a:t>extensionov</a:t>
            </a:r>
            <a:endParaRPr lang="sk-SK" dirty="0"/>
          </a:p>
          <a:p>
            <a:pPr marL="0" indent="0">
              <a:buNone/>
            </a:pPr>
            <a:endParaRPr lang="sk-SK" dirty="0"/>
          </a:p>
          <a:p>
            <a:r>
              <a:rPr lang="sk-SK" dirty="0"/>
              <a:t>analýza </a:t>
            </a:r>
            <a:r>
              <a:rPr lang="sk-SK" dirty="0" err="1"/>
              <a:t>refactoring</a:t>
            </a:r>
            <a:r>
              <a:rPr lang="sk-SK" dirty="0"/>
              <a:t> operácií dostupných v </a:t>
            </a:r>
            <a:r>
              <a:rPr lang="sk-SK" dirty="0" err="1"/>
              <a:t>TypeScript</a:t>
            </a:r>
            <a:r>
              <a:rPr lang="sk-SK" dirty="0"/>
              <a:t> </a:t>
            </a:r>
            <a:r>
              <a:rPr lang="sk-SK" dirty="0" err="1"/>
              <a:t>Language</a:t>
            </a:r>
            <a:r>
              <a:rPr lang="sk-SK" dirty="0"/>
              <a:t> Serveri</a:t>
            </a:r>
          </a:p>
        </p:txBody>
      </p:sp>
    </p:spTree>
    <p:extLst>
      <p:ext uri="{BB962C8B-B14F-4D97-AF65-F5344CB8AC3E}">
        <p14:creationId xmlns:p14="http://schemas.microsoft.com/office/powerpoint/2010/main" val="3821644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49FB0E-A437-31C6-F530-DA1958106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617" y="134780"/>
            <a:ext cx="10515600" cy="1325563"/>
          </a:xfrm>
        </p:spPr>
        <p:txBody>
          <a:bodyPr/>
          <a:lstStyle/>
          <a:p>
            <a:r>
              <a:rPr lang="sk-SK" dirty="0"/>
              <a:t>Podpora </a:t>
            </a:r>
            <a:r>
              <a:rPr lang="sk-SK" dirty="0" err="1"/>
              <a:t>Fowler</a:t>
            </a:r>
            <a:r>
              <a:rPr lang="sk-SK" dirty="0"/>
              <a:t> </a:t>
            </a:r>
            <a:r>
              <a:rPr lang="sk-SK" dirty="0" err="1"/>
              <a:t>Refaktoringov</a:t>
            </a:r>
            <a:r>
              <a:rPr lang="sk-SK" dirty="0"/>
              <a:t> vo VS </a:t>
            </a:r>
            <a:r>
              <a:rPr lang="sk-SK" dirty="0" err="1"/>
              <a:t>Code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D6FE1DC-2696-7173-F4E5-344A5877B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569" y="1263408"/>
            <a:ext cx="10197422" cy="5594592"/>
          </a:xfrm>
        </p:spPr>
        <p:txBody>
          <a:bodyPr>
            <a:normAutofit fontScale="92500" lnSpcReduction="10000"/>
          </a:bodyPr>
          <a:lstStyle/>
          <a:p>
            <a:r>
              <a:rPr lang="pt-BR" sz="2600" dirty="0"/>
              <a:t>porovnanie 66 Fowler refaktoring operácií s podporou vo VS Code</a:t>
            </a:r>
            <a:endParaRPr lang="sk-SK" sz="2600" dirty="0">
              <a:hlinkClick r:id="rId2"/>
            </a:endParaRPr>
          </a:p>
          <a:p>
            <a:r>
              <a:rPr lang="sk-SK" sz="2400" dirty="0"/>
              <a:t>väčšina </a:t>
            </a:r>
            <a:r>
              <a:rPr lang="sk-SK" sz="2400" dirty="0" err="1"/>
              <a:t>Fowler</a:t>
            </a:r>
            <a:r>
              <a:rPr lang="sk-SK" sz="2400" dirty="0"/>
              <a:t> </a:t>
            </a:r>
            <a:r>
              <a:rPr lang="sk-SK" sz="2400" dirty="0" err="1"/>
              <a:t>refactoringov</a:t>
            </a:r>
            <a:r>
              <a:rPr lang="sk-SK" sz="2400" dirty="0"/>
              <a:t> nemala priamu implementáciu</a:t>
            </a:r>
            <a:endParaRPr lang="sk-SK" dirty="0">
              <a:hlinkClick r:id="rId2"/>
            </a:endParaRPr>
          </a:p>
          <a:p>
            <a:endParaRPr lang="sk-SK" dirty="0">
              <a:hlinkClick r:id="rId2"/>
            </a:endParaRPr>
          </a:p>
          <a:p>
            <a:endParaRPr lang="sk-SK" dirty="0">
              <a:hlinkClick r:id="rId2"/>
            </a:endParaRPr>
          </a:p>
          <a:p>
            <a:endParaRPr lang="sk-SK" dirty="0">
              <a:hlinkClick r:id="rId2"/>
            </a:endParaRPr>
          </a:p>
          <a:p>
            <a:endParaRPr lang="sk-SK" dirty="0">
              <a:hlinkClick r:id="rId2"/>
            </a:endParaRPr>
          </a:p>
          <a:p>
            <a:pPr marL="0" indent="0">
              <a:buNone/>
            </a:pPr>
            <a:r>
              <a:rPr lang="sk-SK" dirty="0">
                <a:hlinkClick r:id="rId2"/>
              </a:rPr>
              <a:t>                                           </a:t>
            </a:r>
          </a:p>
          <a:p>
            <a:pPr marL="0" indent="0">
              <a:buNone/>
            </a:pPr>
            <a:r>
              <a:rPr lang="sk-SK" dirty="0">
                <a:hlinkClick r:id="rId2"/>
              </a:rPr>
              <a:t>   </a:t>
            </a:r>
          </a:p>
          <a:p>
            <a:pPr marL="0" indent="0">
              <a:buNone/>
            </a:pPr>
            <a:endParaRPr lang="sk-SK" dirty="0">
              <a:hlinkClick r:id="rId2"/>
            </a:endParaRPr>
          </a:p>
          <a:p>
            <a:pPr marL="0" indent="0">
              <a:buNone/>
            </a:pPr>
            <a:r>
              <a:rPr lang="sk-SK" dirty="0">
                <a:hlinkClick r:id="rId2"/>
              </a:rPr>
              <a:t>  </a:t>
            </a:r>
          </a:p>
          <a:p>
            <a:pPr marL="0" indent="0">
              <a:buNone/>
            </a:pPr>
            <a:r>
              <a:rPr lang="sk-SK" dirty="0">
                <a:hlinkClick r:id="rId2"/>
              </a:rPr>
              <a:t>                                         </a:t>
            </a:r>
          </a:p>
          <a:p>
            <a:pPr marL="0" indent="0">
              <a:buNone/>
            </a:pPr>
            <a:endParaRPr lang="sk-SK" sz="2200" dirty="0">
              <a:hlinkClick r:id="rId2"/>
            </a:endParaRPr>
          </a:p>
          <a:p>
            <a:pPr marL="0" indent="0">
              <a:buNone/>
            </a:pPr>
            <a:r>
              <a:rPr lang="sk-SK" sz="2200" dirty="0">
                <a:hlinkClick r:id="rId2"/>
              </a:rPr>
              <a:t>https://github.com/Bolest-oci/mutation-testing/issues/96</a:t>
            </a:r>
            <a:endParaRPr lang="sk-SK" sz="2200" dirty="0"/>
          </a:p>
        </p:txBody>
      </p:sp>
      <p:pic>
        <p:nvPicPr>
          <p:cNvPr id="9" name="Obrázok 8">
            <a:extLst>
              <a:ext uri="{FF2B5EF4-FFF2-40B4-BE49-F238E27FC236}">
                <a16:creationId xmlns:a16="http://schemas.microsoft.com/office/drawing/2014/main" id="{6FD2F9C0-CD4A-7030-7999-54C5DEF08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204" y="2111946"/>
            <a:ext cx="10426230" cy="420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014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473919-1E9C-4FEC-2FC7-5337203F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Prístupy k implementácii </a:t>
            </a:r>
            <a:r>
              <a:rPr lang="sk-SK" dirty="0" err="1"/>
              <a:t>refactorov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D2DF065-CB98-C40D-CC84-C43AE405D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sk-SK" dirty="0"/>
              <a:t>4 prístupy: </a:t>
            </a:r>
            <a:endParaRPr lang="en-US" dirty="0"/>
          </a:p>
          <a:p>
            <a:r>
              <a:rPr lang="sk-SK" b="1" dirty="0" err="1"/>
              <a:t>call</a:t>
            </a:r>
            <a:r>
              <a:rPr lang="sk-SK" b="1" dirty="0"/>
              <a:t> </a:t>
            </a:r>
            <a:r>
              <a:rPr lang="sk-SK" b="1" dirty="0" err="1"/>
              <a:t>existing</a:t>
            </a:r>
            <a:r>
              <a:rPr lang="sk-SK" b="1" dirty="0"/>
              <a:t>:</a:t>
            </a:r>
            <a:r>
              <a:rPr lang="sk-SK" dirty="0"/>
              <a:t> </a:t>
            </a:r>
            <a:r>
              <a:rPr lang="sk-SK" dirty="0" err="1"/>
              <a:t>dokazat</a:t>
            </a:r>
            <a:r>
              <a:rPr lang="sk-SK" dirty="0"/>
              <a:t> </a:t>
            </a:r>
            <a:r>
              <a:rPr lang="sk-SK" dirty="0" err="1"/>
              <a:t>zavolat</a:t>
            </a:r>
            <a:r>
              <a:rPr lang="sk-SK" dirty="0"/>
              <a:t> plugin niekoho iného,</a:t>
            </a:r>
          </a:p>
          <a:p>
            <a:pPr marL="0" indent="0">
              <a:buNone/>
            </a:pPr>
            <a:r>
              <a:rPr lang="sk-SK" dirty="0"/>
              <a:t>    </a:t>
            </a:r>
            <a:r>
              <a:rPr lang="pl-PL" dirty="0"/>
              <a:t>každý nech si to implementuje ako chce, my to dokážeme zavolať</a:t>
            </a:r>
          </a:p>
          <a:p>
            <a:pPr marL="0" indent="0">
              <a:buNone/>
            </a:pPr>
            <a:endParaRPr lang="en-US" dirty="0"/>
          </a:p>
          <a:p>
            <a:r>
              <a:rPr lang="sk-SK" b="1" dirty="0" err="1"/>
              <a:t>hardcoded</a:t>
            </a:r>
            <a:r>
              <a:rPr lang="sk-SK" dirty="0"/>
              <a:t>: ako vyzerá manuálne implementovaný </a:t>
            </a:r>
            <a:r>
              <a:rPr lang="sk-SK" dirty="0" err="1"/>
              <a:t>refaktoring</a:t>
            </a:r>
            <a:endParaRPr lang="sk-SK" dirty="0"/>
          </a:p>
          <a:p>
            <a:endParaRPr lang="sk-SK" dirty="0"/>
          </a:p>
          <a:p>
            <a:r>
              <a:rPr lang="sk-SK" b="1" dirty="0" err="1"/>
              <a:t>coded</a:t>
            </a:r>
            <a:r>
              <a:rPr lang="sk-SK" b="1" dirty="0"/>
              <a:t> by LLM </a:t>
            </a:r>
            <a:r>
              <a:rPr lang="sk-SK" dirty="0"/>
              <a:t>: či LLM dokáže napísať takýto </a:t>
            </a:r>
            <a:r>
              <a:rPr lang="sk-SK" dirty="0" err="1"/>
              <a:t>hardcoded</a:t>
            </a:r>
            <a:r>
              <a:rPr lang="sk-SK" dirty="0"/>
              <a:t> </a:t>
            </a:r>
            <a:r>
              <a:rPr lang="sk-SK" dirty="0" err="1"/>
              <a:t>refaktoring</a:t>
            </a:r>
            <a:endParaRPr lang="sk-SK" dirty="0"/>
          </a:p>
          <a:p>
            <a:endParaRPr lang="sk-SK" dirty="0"/>
          </a:p>
          <a:p>
            <a:r>
              <a:rPr lang="sk-SK" b="1" dirty="0" err="1"/>
              <a:t>pure</a:t>
            </a:r>
            <a:r>
              <a:rPr lang="sk-SK" b="1" dirty="0"/>
              <a:t> </a:t>
            </a:r>
            <a:r>
              <a:rPr lang="sk-SK" b="1" dirty="0" err="1"/>
              <a:t>llm</a:t>
            </a:r>
            <a:r>
              <a:rPr lang="sk-SK" dirty="0"/>
              <a:t>: čo ak nebudeme nič implementovať a necháme nový zdrojový kód vygenerovať LLM</a:t>
            </a:r>
          </a:p>
        </p:txBody>
      </p:sp>
    </p:spTree>
    <p:extLst>
      <p:ext uri="{BB962C8B-B14F-4D97-AF65-F5344CB8AC3E}">
        <p14:creationId xmlns:p14="http://schemas.microsoft.com/office/powerpoint/2010/main" val="2788091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8673C9-70E5-1446-F605-1C1E2B8BB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Call</a:t>
            </a:r>
            <a:r>
              <a:rPr lang="sk-SK" dirty="0"/>
              <a:t> </a:t>
            </a:r>
            <a:r>
              <a:rPr lang="sk-SK" dirty="0" err="1"/>
              <a:t>existing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7028155-EF1C-1F9B-8CD0-3A2AE748E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649" y="388153"/>
            <a:ext cx="4941366" cy="6268177"/>
          </a:xfrm>
        </p:spPr>
        <p:txBody>
          <a:bodyPr>
            <a:normAutofit/>
          </a:bodyPr>
          <a:lstStyle/>
          <a:p>
            <a:endParaRPr lang="sk-SK" dirty="0"/>
          </a:p>
          <a:p>
            <a:endParaRPr lang="sk-SK" dirty="0"/>
          </a:p>
          <a:p>
            <a:pPr marL="0" indent="0">
              <a:buNone/>
            </a:pPr>
            <a:endParaRPr lang="sk-SK" dirty="0"/>
          </a:p>
          <a:p>
            <a:r>
              <a:rPr lang="sk-SK" sz="2000" dirty="0"/>
              <a:t>využitie existujúcich </a:t>
            </a:r>
            <a:r>
              <a:rPr lang="sk-SK" sz="2000" dirty="0" err="1"/>
              <a:t>refaktoring</a:t>
            </a:r>
            <a:r>
              <a:rPr lang="sk-SK" sz="2000" dirty="0"/>
              <a:t> operácií z </a:t>
            </a:r>
            <a:r>
              <a:rPr lang="sk-SK" sz="2000" dirty="0" err="1"/>
              <a:t>language</a:t>
            </a:r>
            <a:r>
              <a:rPr lang="sk-SK" sz="2000" dirty="0"/>
              <a:t> servera</a:t>
            </a:r>
          </a:p>
          <a:p>
            <a:endParaRPr lang="sk-SK" sz="2000" dirty="0"/>
          </a:p>
          <a:p>
            <a:r>
              <a:rPr lang="sk-SK" sz="2000" dirty="0"/>
              <a:t>možnosť programovo volať </a:t>
            </a:r>
            <a:r>
              <a:rPr lang="sk-SK" sz="2000" dirty="0" err="1"/>
              <a:t>refaktoringy</a:t>
            </a:r>
            <a:r>
              <a:rPr lang="sk-SK" sz="2000" dirty="0"/>
              <a:t> cez </a:t>
            </a:r>
            <a:r>
              <a:rPr lang="sk-SK" sz="2000" i="1" u="sng" dirty="0" err="1"/>
              <a:t>editor.action.codeAction</a:t>
            </a:r>
            <a:endParaRPr lang="sk-SK" sz="2000" i="1" u="sng" dirty="0"/>
          </a:p>
          <a:p>
            <a:endParaRPr lang="sk-SK" sz="2000" dirty="0"/>
          </a:p>
          <a:p>
            <a:r>
              <a:rPr lang="sk-SK" sz="2000" dirty="0"/>
              <a:t>jednoduchá integrácia existujúcich </a:t>
            </a:r>
            <a:r>
              <a:rPr lang="sk-SK" sz="2000" dirty="0" err="1"/>
              <a:t>refaktoringov</a:t>
            </a:r>
            <a:r>
              <a:rPr lang="sk-SK" sz="2000" dirty="0"/>
              <a:t> do vlastnej </a:t>
            </a:r>
            <a:r>
              <a:rPr lang="sk-SK" sz="2000" dirty="0" err="1"/>
              <a:t>extension</a:t>
            </a:r>
            <a:endParaRPr lang="sk-SK" sz="2000" dirty="0"/>
          </a:p>
          <a:p>
            <a:endParaRPr lang="sk-SK" sz="2000" dirty="0"/>
          </a:p>
          <a:p>
            <a:r>
              <a:rPr lang="pt-BR" sz="2000" dirty="0"/>
              <a:t>obmedzené iba na operácie implementované v language server</a:t>
            </a:r>
            <a:r>
              <a:rPr lang="sk-SK" sz="2000" dirty="0"/>
              <a:t>i</a:t>
            </a: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472B8A1D-63CA-2C76-AB29-D2750AC01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554" y="1381079"/>
            <a:ext cx="6587618" cy="428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20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DCC390-06B7-E860-64CB-5A036BA9C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Hardcoded</a:t>
            </a:r>
            <a:endParaRPr lang="sk-SK" dirty="0"/>
          </a:p>
        </p:txBody>
      </p:sp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A96F62AB-60CF-4B6A-797D-62E18F58E9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602" y="218542"/>
            <a:ext cx="1828894" cy="1104957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388E8791-1E3B-981D-ACA1-C677CC359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67" b="22140"/>
          <a:stretch>
            <a:fillRect/>
          </a:stretch>
        </p:blipFill>
        <p:spPr>
          <a:xfrm>
            <a:off x="8142602" y="96795"/>
            <a:ext cx="3538406" cy="2114155"/>
          </a:xfrm>
          <a:prstGeom prst="rect">
            <a:avLst/>
          </a:prstGeom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A7DEBA6F-13E7-5772-2D1A-7ADC6F4C4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957" y="2210950"/>
            <a:ext cx="4655574" cy="4448116"/>
          </a:xfrm>
          <a:prstGeom prst="rect">
            <a:avLst/>
          </a:prstGeom>
        </p:spPr>
      </p:pic>
      <p:sp>
        <p:nvSpPr>
          <p:cNvPr id="10" name="BlokTextu 9">
            <a:extLst>
              <a:ext uri="{FF2B5EF4-FFF2-40B4-BE49-F238E27FC236}">
                <a16:creationId xmlns:a16="http://schemas.microsoft.com/office/drawing/2014/main" id="{928425A9-C426-54C2-2078-A0A11F3A9AA6}"/>
              </a:ext>
            </a:extLst>
          </p:cNvPr>
          <p:cNvSpPr txBox="1"/>
          <p:nvPr/>
        </p:nvSpPr>
        <p:spPr>
          <a:xfrm>
            <a:off x="113155" y="1837271"/>
            <a:ext cx="822533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sz="2000" dirty="0"/>
              <a:t>AST-</a:t>
            </a:r>
            <a:r>
              <a:rPr lang="sk-SK" sz="2000" dirty="0" err="1"/>
              <a:t>based</a:t>
            </a:r>
            <a:r>
              <a:rPr lang="sk-SK" sz="2000" dirty="0"/>
              <a:t> </a:t>
            </a:r>
            <a:r>
              <a:rPr lang="sk-SK" sz="2000" dirty="0" err="1"/>
              <a:t>refaktoring</a:t>
            </a:r>
            <a:r>
              <a:rPr lang="sk-SK" sz="2000" dirty="0"/>
              <a:t> operácie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sz="2000" dirty="0" err="1"/>
              <a:t>Tree-sitter</a:t>
            </a:r>
            <a:r>
              <a:rPr lang="sk-SK" sz="2000" dirty="0"/>
              <a:t> analýza </a:t>
            </a:r>
            <a:r>
              <a:rPr lang="sk-SK" sz="2000" dirty="0" err="1"/>
              <a:t>ShellScript</a:t>
            </a:r>
            <a:r>
              <a:rPr lang="sk-SK" sz="2000" dirty="0"/>
              <a:t> kódu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2000" dirty="0"/>
              <a:t>refaktoring podľa typu AST uzla </a:t>
            </a:r>
            <a:endParaRPr lang="sk-SK" sz="2000" dirty="0"/>
          </a:p>
          <a:p>
            <a:r>
              <a:rPr lang="sk-SK" sz="2000" dirty="0"/>
              <a:t>	</a:t>
            </a:r>
            <a:r>
              <a:rPr lang="sv-SE" sz="2000" dirty="0"/>
              <a:t>(</a:t>
            </a:r>
            <a:r>
              <a:rPr lang="sv-SE" dirty="0"/>
              <a:t>string</a:t>
            </a:r>
            <a:r>
              <a:rPr lang="sv-SE" sz="2000" dirty="0"/>
              <a:t>, </a:t>
            </a:r>
            <a:r>
              <a:rPr lang="sv-SE" dirty="0"/>
              <a:t>number</a:t>
            </a:r>
            <a:r>
              <a:rPr lang="sv-SE" sz="2000" dirty="0"/>
              <a:t>)</a:t>
            </a:r>
            <a:endParaRPr lang="sk-SK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sz="2000" dirty="0"/>
              <a:t>implementované operácie: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k-SK" sz="2000" dirty="0" err="1"/>
              <a:t>Extract</a:t>
            </a:r>
            <a:r>
              <a:rPr lang="sk-SK" sz="2000" dirty="0"/>
              <a:t> </a:t>
            </a:r>
            <a:r>
              <a:rPr lang="sk-SK" sz="2000" dirty="0" err="1"/>
              <a:t>Constant</a:t>
            </a:r>
            <a:r>
              <a:rPr lang="sk-SK" sz="2000" dirty="0"/>
              <a:t> (</a:t>
            </a:r>
            <a:r>
              <a:rPr lang="sk-SK" sz="2000" dirty="0" err="1"/>
              <a:t>string</a:t>
            </a:r>
            <a:r>
              <a:rPr lang="sk-SK" sz="20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k-SK" sz="2000" dirty="0" err="1"/>
              <a:t>Extract</a:t>
            </a:r>
            <a:r>
              <a:rPr lang="sk-SK" sz="2000" dirty="0"/>
              <a:t> </a:t>
            </a:r>
            <a:r>
              <a:rPr lang="sk-SK" sz="2000" dirty="0" err="1"/>
              <a:t>Constant</a:t>
            </a:r>
            <a:r>
              <a:rPr lang="sk-SK" sz="2000" dirty="0"/>
              <a:t> (</a:t>
            </a:r>
            <a:r>
              <a:rPr lang="sk-SK" sz="2000" dirty="0" err="1"/>
              <a:t>number</a:t>
            </a:r>
            <a:r>
              <a:rPr lang="sk-SK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15688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6EDE1C-6237-F016-E6ED-DD9FCED15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48" y="82984"/>
            <a:ext cx="10391122" cy="1309870"/>
          </a:xfrm>
        </p:spPr>
        <p:txBody>
          <a:bodyPr/>
          <a:lstStyle/>
          <a:p>
            <a:r>
              <a:rPr lang="sk-SK" dirty="0" err="1"/>
              <a:t>Coded</a:t>
            </a:r>
            <a:r>
              <a:rPr lang="sk-SK" dirty="0"/>
              <a:t> by LLM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448878E-DF54-1AEC-0FC6-62CE5393C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848" y="1113621"/>
            <a:ext cx="10515600" cy="4351338"/>
          </a:xfrm>
        </p:spPr>
        <p:txBody>
          <a:bodyPr>
            <a:normAutofit/>
          </a:bodyPr>
          <a:lstStyle/>
          <a:p>
            <a:r>
              <a:rPr lang="sk-SK" sz="2000" dirty="0"/>
              <a:t>generovanie implementácií </a:t>
            </a:r>
            <a:r>
              <a:rPr lang="sk-SK" sz="2000" dirty="0" err="1"/>
              <a:t>refactoring</a:t>
            </a:r>
            <a:r>
              <a:rPr lang="sk-SK" sz="2000" dirty="0"/>
              <a:t> operácií pomocou LLM</a:t>
            </a:r>
          </a:p>
          <a:p>
            <a:r>
              <a:rPr lang="sk-SK" sz="2000" dirty="0" err="1"/>
              <a:t>refactoring</a:t>
            </a:r>
            <a:r>
              <a:rPr lang="sk-SK" sz="2000" dirty="0"/>
              <a:t> operácie definované pomocou YAML konfigurácie</a:t>
            </a:r>
          </a:p>
          <a:p>
            <a:r>
              <a:rPr lang="sk-SK" sz="2000" dirty="0"/>
              <a:t>Príklady</a:t>
            </a:r>
            <a:r>
              <a:rPr lang="sk-SK" sz="2400" dirty="0"/>
              <a:t>:</a:t>
            </a:r>
          </a:p>
          <a:p>
            <a:pPr marL="0" indent="0">
              <a:buNone/>
            </a:pPr>
            <a:r>
              <a:rPr lang="sk-SK" sz="2000" dirty="0" err="1"/>
              <a:t>Consolidate</a:t>
            </a:r>
            <a:r>
              <a:rPr lang="sk-SK" sz="2000" dirty="0"/>
              <a:t> </a:t>
            </a:r>
            <a:r>
              <a:rPr lang="sk-SK" sz="2000" dirty="0" err="1"/>
              <a:t>conditional</a:t>
            </a:r>
            <a:r>
              <a:rPr lang="sk-SK" sz="2000" dirty="0"/>
              <a:t>, </a:t>
            </a:r>
            <a:r>
              <a:rPr lang="sk-SK" sz="2000" dirty="0" err="1"/>
              <a:t>convert</a:t>
            </a:r>
            <a:r>
              <a:rPr lang="sk-SK" sz="2000" dirty="0"/>
              <a:t> </a:t>
            </a:r>
            <a:r>
              <a:rPr lang="sk-SK" sz="2000" dirty="0" err="1"/>
              <a:t>If</a:t>
            </a:r>
            <a:r>
              <a:rPr lang="sk-SK" sz="2000" dirty="0"/>
              <a:t> to </a:t>
            </a:r>
            <a:r>
              <a:rPr lang="sk-SK" sz="2000" dirty="0" err="1"/>
              <a:t>Case</a:t>
            </a:r>
            <a:r>
              <a:rPr lang="sk-SK" sz="2000" dirty="0"/>
              <a:t>, </a:t>
            </a:r>
            <a:r>
              <a:rPr lang="sk-SK" sz="2000" dirty="0" err="1"/>
              <a:t>Extract</a:t>
            </a:r>
            <a:r>
              <a:rPr lang="sk-SK" sz="2000" dirty="0"/>
              <a:t> </a:t>
            </a:r>
            <a:r>
              <a:rPr lang="sk-SK" sz="2000" dirty="0" err="1"/>
              <a:t>Constant</a:t>
            </a:r>
            <a:endParaRPr lang="sk-SK" sz="2000" dirty="0"/>
          </a:p>
          <a:p>
            <a:r>
              <a:rPr lang="sk-SK" sz="2000" dirty="0"/>
              <a:t>pri komplexnejších </a:t>
            </a:r>
            <a:r>
              <a:rPr lang="sk-SK" sz="2000" dirty="0" err="1"/>
              <a:t>refaktoringoch</a:t>
            </a:r>
            <a:r>
              <a:rPr lang="sk-SK" sz="2000" dirty="0"/>
              <a:t> boli generované implementácie menej spoľahlivé</a:t>
            </a: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DEAB1BAC-220F-25DD-894E-9A87C3DFA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32" y="3289290"/>
            <a:ext cx="9546980" cy="345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6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4D7D3F-81AE-0A49-E93C-DA6A18270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Pure</a:t>
            </a:r>
            <a:r>
              <a:rPr lang="sk-SK" dirty="0"/>
              <a:t> LLM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5FC4CE2-AA7F-D9A9-EF6F-C8932BFE0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endParaRPr lang="sk-SK" sz="2000" dirty="0"/>
          </a:p>
          <a:p>
            <a:endParaRPr lang="sk-SK" sz="2000" dirty="0"/>
          </a:p>
          <a:p>
            <a:endParaRPr lang="sk-SK" sz="2000" dirty="0"/>
          </a:p>
          <a:p>
            <a:endParaRPr lang="sk-SK" sz="2000" dirty="0"/>
          </a:p>
          <a:p>
            <a:endParaRPr lang="sk-SK" sz="2000" dirty="0"/>
          </a:p>
          <a:p>
            <a:endParaRPr lang="sk-SK" sz="2000" dirty="0"/>
          </a:p>
          <a:p>
            <a:r>
              <a:rPr lang="sk-SK" sz="2000" dirty="0" err="1"/>
              <a:t>refaktoring</a:t>
            </a:r>
            <a:r>
              <a:rPr lang="sk-SK" sz="2000" dirty="0"/>
              <a:t> generovaný priamo pomocou LLM modelu</a:t>
            </a:r>
          </a:p>
          <a:p>
            <a:r>
              <a:rPr lang="pt-BR" sz="2000" dirty="0"/>
              <a:t>výber operácie cez VS Code refactor menu</a:t>
            </a:r>
            <a:endParaRPr lang="sk-SK" sz="2000" dirty="0"/>
          </a:p>
          <a:p>
            <a:r>
              <a:rPr lang="pl-PL" sz="2000" dirty="0"/>
              <a:t>zobrazenie zmien pomocou diff preview</a:t>
            </a:r>
          </a:p>
          <a:p>
            <a:r>
              <a:rPr lang="sk-SK" sz="2000" dirty="0"/>
              <a:t>kvalita generovaných úprav závisela od kvality kontextu</a:t>
            </a:r>
          </a:p>
          <a:p>
            <a:endParaRPr lang="sk-SK" dirty="0"/>
          </a:p>
          <a:p>
            <a:endParaRPr lang="sk-SK" dirty="0"/>
          </a:p>
          <a:p>
            <a:endParaRPr lang="sk-SK" dirty="0"/>
          </a:p>
          <a:p>
            <a:endParaRPr lang="sk-SK" dirty="0"/>
          </a:p>
        </p:txBody>
      </p:sp>
      <p:pic>
        <p:nvPicPr>
          <p:cNvPr id="9" name="Obrázok 8">
            <a:extLst>
              <a:ext uri="{FF2B5EF4-FFF2-40B4-BE49-F238E27FC236}">
                <a16:creationId xmlns:a16="http://schemas.microsoft.com/office/drawing/2014/main" id="{804DB477-B475-FCB9-4ADA-FB5BEEC08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062" y="540734"/>
            <a:ext cx="7716904" cy="328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47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E4C7BE-DE1D-51F5-149E-59C04A0BF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Diff</a:t>
            </a:r>
            <a:r>
              <a:rPr lang="sk-SK" dirty="0"/>
              <a:t> </a:t>
            </a:r>
            <a:r>
              <a:rPr lang="sk-SK" dirty="0" err="1"/>
              <a:t>preview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5FC5598-B17E-1C92-E6FB-3A0359BF6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sk-SK" sz="2000" dirty="0"/>
          </a:p>
          <a:p>
            <a:endParaRPr lang="sk-SK" sz="2000" dirty="0"/>
          </a:p>
          <a:p>
            <a:endParaRPr lang="sk-SK" sz="2000" dirty="0"/>
          </a:p>
          <a:p>
            <a:endParaRPr lang="sk-SK" sz="2000" dirty="0"/>
          </a:p>
          <a:p>
            <a:endParaRPr lang="sk-SK" sz="2000" dirty="0"/>
          </a:p>
          <a:p>
            <a:endParaRPr lang="sk-SK" sz="2000" dirty="0"/>
          </a:p>
          <a:p>
            <a:endParaRPr lang="sk-SK" sz="2000" dirty="0"/>
          </a:p>
          <a:p>
            <a:endParaRPr lang="sk-SK" sz="2000" dirty="0"/>
          </a:p>
          <a:p>
            <a:endParaRPr lang="sk-SK" sz="2000" dirty="0"/>
          </a:p>
          <a:p>
            <a:r>
              <a:rPr lang="en-US" sz="2000" dirty="0" err="1"/>
              <a:t>Príklady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Split Variable</a:t>
            </a:r>
            <a:r>
              <a:rPr lang="sk-SK" sz="2000" dirty="0"/>
              <a:t>, </a:t>
            </a:r>
            <a:r>
              <a:rPr lang="en-US" sz="2000" dirty="0"/>
              <a:t>Remove Flag Argument </a:t>
            </a:r>
            <a:r>
              <a:rPr lang="sk-SK" sz="2000" dirty="0"/>
              <a:t>, </a:t>
            </a:r>
            <a:r>
              <a:rPr lang="en-US" sz="2000" dirty="0"/>
              <a:t>Replace Nested Conditional with Guard Clauses</a:t>
            </a:r>
          </a:p>
          <a:p>
            <a:endParaRPr lang="sk-SK" dirty="0"/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33C0430D-F03B-E645-3C1F-768E17A25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18" y="1690688"/>
            <a:ext cx="11858686" cy="296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06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D1776D-ACDD-8B1B-ED02-466557C51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Filtering</a:t>
            </a:r>
            <a:r>
              <a:rPr lang="sk-SK" dirty="0"/>
              <a:t> podľa </a:t>
            </a:r>
            <a:r>
              <a:rPr lang="sk-SK" dirty="0" err="1"/>
              <a:t>code</a:t>
            </a:r>
            <a:r>
              <a:rPr lang="sk-SK" dirty="0"/>
              <a:t> </a:t>
            </a:r>
            <a:r>
              <a:rPr lang="sk-SK" dirty="0" err="1"/>
              <a:t>smells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E10256B-9421-675E-7872-9D57DA343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525" y="1747196"/>
            <a:ext cx="7055716" cy="4745679"/>
          </a:xfrm>
        </p:spPr>
        <p:txBody>
          <a:bodyPr>
            <a:normAutofit/>
          </a:bodyPr>
          <a:lstStyle/>
          <a:p>
            <a:r>
              <a:rPr lang="sk-SK" dirty="0"/>
              <a:t>filtrovanie dostupných </a:t>
            </a:r>
            <a:r>
              <a:rPr lang="sk-SK" dirty="0" err="1"/>
              <a:t>refaktoring</a:t>
            </a:r>
            <a:r>
              <a:rPr lang="sk-SK" dirty="0"/>
              <a:t> operácií na základe </a:t>
            </a:r>
            <a:r>
              <a:rPr lang="sk-SK" dirty="0" err="1"/>
              <a:t>code</a:t>
            </a:r>
            <a:r>
              <a:rPr lang="sk-SK" dirty="0"/>
              <a:t> </a:t>
            </a:r>
            <a:r>
              <a:rPr lang="sk-SK" dirty="0" err="1"/>
              <a:t>smell</a:t>
            </a:r>
            <a:r>
              <a:rPr lang="sk-SK" dirty="0"/>
              <a:t> komentárov</a:t>
            </a:r>
          </a:p>
          <a:p>
            <a:endParaRPr lang="sk-SK" dirty="0"/>
          </a:p>
          <a:p>
            <a:endParaRPr lang="sk-SK" dirty="0"/>
          </a:p>
          <a:p>
            <a:r>
              <a:rPr lang="sk-SK" dirty="0"/>
              <a:t>zobrazovanie iba relevantných </a:t>
            </a:r>
            <a:r>
              <a:rPr lang="sk-SK" dirty="0" err="1"/>
              <a:t>refaktoringov</a:t>
            </a:r>
            <a:endParaRPr lang="sk-SK" dirty="0"/>
          </a:p>
          <a:p>
            <a:endParaRPr lang="sk-SK" dirty="0"/>
          </a:p>
          <a:p>
            <a:endParaRPr lang="sk-SK" dirty="0"/>
          </a:p>
          <a:p>
            <a:r>
              <a:rPr lang="sk-SK" dirty="0"/>
              <a:t>mapovanie medzi </a:t>
            </a:r>
            <a:r>
              <a:rPr lang="sk-SK" dirty="0" err="1"/>
              <a:t>code</a:t>
            </a:r>
            <a:r>
              <a:rPr lang="sk-SK" dirty="0"/>
              <a:t> </a:t>
            </a:r>
            <a:r>
              <a:rPr lang="sk-SK" dirty="0" err="1"/>
              <a:t>smells</a:t>
            </a:r>
            <a:r>
              <a:rPr lang="sk-SK" dirty="0"/>
              <a:t> a </a:t>
            </a:r>
            <a:r>
              <a:rPr lang="sk-SK" dirty="0" err="1"/>
              <a:t>refaktoring</a:t>
            </a:r>
            <a:r>
              <a:rPr lang="sk-SK" dirty="0"/>
              <a:t> operáciami</a:t>
            </a:r>
          </a:p>
          <a:p>
            <a:endParaRPr lang="sk-SK" dirty="0"/>
          </a:p>
          <a:p>
            <a:endParaRPr lang="sk-SK" dirty="0"/>
          </a:p>
          <a:p>
            <a:pPr marL="0" indent="0">
              <a:buNone/>
            </a:pPr>
            <a:endParaRPr lang="sk-SK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3F7F8A64-925E-50D9-8DBB-8E42BF1E5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905" y="943393"/>
            <a:ext cx="4862292" cy="459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522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ok 4">
            <a:extLst>
              <a:ext uri="{FF2B5EF4-FFF2-40B4-BE49-F238E27FC236}">
                <a16:creationId xmlns:a16="http://schemas.microsoft.com/office/drawing/2014/main" id="{985583F9-0DE9-495C-623A-2FFE4414A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753" y="193130"/>
            <a:ext cx="9525804" cy="46832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EBE59203-D547-E328-E836-DEB4CA44B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64" y="184150"/>
            <a:ext cx="10515600" cy="1325563"/>
          </a:xfrm>
        </p:spPr>
        <p:txBody>
          <a:bodyPr/>
          <a:lstStyle/>
          <a:p>
            <a:r>
              <a:rPr lang="sk-SK" dirty="0" err="1"/>
              <a:t>Strategy</a:t>
            </a:r>
            <a:r>
              <a:rPr lang="sk-SK" dirty="0"/>
              <a:t> </a:t>
            </a:r>
            <a:r>
              <a:rPr lang="sk-SK" dirty="0" err="1"/>
              <a:t>Pattern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A8C760C-29B7-1C84-E755-BF7645AD9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64" y="1816645"/>
            <a:ext cx="10515600" cy="4848225"/>
          </a:xfrm>
        </p:spPr>
        <p:txBody>
          <a:bodyPr>
            <a:normAutofit fontScale="70000" lnSpcReduction="20000"/>
          </a:bodyPr>
          <a:lstStyle/>
          <a:p>
            <a:endParaRPr lang="sk-SK" dirty="0"/>
          </a:p>
          <a:p>
            <a:endParaRPr lang="sk-SK" dirty="0"/>
          </a:p>
          <a:p>
            <a:endParaRPr lang="sk-SK" dirty="0"/>
          </a:p>
          <a:p>
            <a:endParaRPr lang="sk-SK" dirty="0"/>
          </a:p>
          <a:p>
            <a:endParaRPr lang="sk-SK" dirty="0"/>
          </a:p>
          <a:p>
            <a:endParaRPr lang="sk-SK" dirty="0"/>
          </a:p>
          <a:p>
            <a:endParaRPr lang="sk-SK" dirty="0"/>
          </a:p>
          <a:p>
            <a:endParaRPr lang="sk-SK" dirty="0"/>
          </a:p>
          <a:p>
            <a:endParaRPr lang="sk-SK" dirty="0"/>
          </a:p>
          <a:p>
            <a:r>
              <a:rPr lang="sk-SK" dirty="0" err="1"/>
              <a:t>RefactorEngine</a:t>
            </a:r>
            <a:r>
              <a:rPr lang="sk-SK" dirty="0"/>
              <a:t> deleguje vykonanie </a:t>
            </a:r>
            <a:r>
              <a:rPr lang="sk-SK" dirty="0" err="1"/>
              <a:t>refactoringov</a:t>
            </a:r>
            <a:endParaRPr lang="sk-SK" dirty="0"/>
          </a:p>
          <a:p>
            <a:endParaRPr lang="sk-SK" dirty="0"/>
          </a:p>
          <a:p>
            <a:r>
              <a:rPr lang="sk-SK" dirty="0"/>
              <a:t>jednotná registrácia všetkých prístupov implementácie </a:t>
            </a:r>
            <a:r>
              <a:rPr lang="sk-SK" dirty="0" err="1"/>
              <a:t>refaktoringov</a:t>
            </a:r>
            <a:endParaRPr lang="sk-SK" dirty="0"/>
          </a:p>
          <a:p>
            <a:endParaRPr lang="sk-SK" dirty="0"/>
          </a:p>
          <a:p>
            <a:r>
              <a:rPr lang="pt-BR" dirty="0"/>
              <a:t>registrácia nových operácií cez registerRefactor()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709332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9BFAA5-5BA5-6848-DE51-F163BE637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Command</a:t>
            </a:r>
            <a:r>
              <a:rPr lang="sk-SK" dirty="0"/>
              <a:t> </a:t>
            </a:r>
            <a:r>
              <a:rPr lang="sk-SK" dirty="0" err="1"/>
              <a:t>Pattern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50FB378-9840-0D5A-CD34-59CB22A6C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928" y="1551305"/>
            <a:ext cx="10515600" cy="4351338"/>
          </a:xfrm>
        </p:spPr>
        <p:txBody>
          <a:bodyPr>
            <a:normAutofit/>
          </a:bodyPr>
          <a:lstStyle/>
          <a:p>
            <a:r>
              <a:rPr lang="sk-SK" sz="2000" dirty="0" err="1"/>
              <a:t>RefactorEngine</a:t>
            </a:r>
            <a:r>
              <a:rPr lang="sk-SK" sz="2000" dirty="0"/>
              <a:t> vykonáva operácie cez spoločné rozhranie</a:t>
            </a:r>
          </a:p>
          <a:p>
            <a:endParaRPr lang="sk-SK" sz="2000" dirty="0"/>
          </a:p>
          <a:p>
            <a:r>
              <a:rPr lang="sk-SK" sz="2000" dirty="0"/>
              <a:t>Každý </a:t>
            </a:r>
            <a:r>
              <a:rPr lang="sk-SK" sz="2000" dirty="0" err="1"/>
              <a:t>refactoring</a:t>
            </a:r>
            <a:r>
              <a:rPr lang="sk-SK" sz="2000" dirty="0"/>
              <a:t> predstavuje samostatný príkaz</a:t>
            </a:r>
          </a:p>
          <a:p>
            <a:endParaRPr lang="sk-SK" sz="2000" dirty="0"/>
          </a:p>
          <a:p>
            <a:r>
              <a:rPr lang="sk-SK" sz="2000" dirty="0" err="1"/>
              <a:t>Invoker</a:t>
            </a:r>
            <a:r>
              <a:rPr lang="sk-SK" sz="2000" dirty="0"/>
              <a:t> nepozná implementáciu konkrétneho </a:t>
            </a:r>
            <a:r>
              <a:rPr lang="sk-SK" sz="2000" dirty="0" err="1"/>
              <a:t>refactoringu</a:t>
            </a:r>
            <a:endParaRPr lang="sk-SK" sz="2000" dirty="0"/>
          </a:p>
        </p:txBody>
      </p:sp>
      <p:pic>
        <p:nvPicPr>
          <p:cNvPr id="8" name="Obrázok 7">
            <a:extLst>
              <a:ext uri="{FF2B5EF4-FFF2-40B4-BE49-F238E27FC236}">
                <a16:creationId xmlns:a16="http://schemas.microsoft.com/office/drawing/2014/main" id="{416D2BF3-176C-413E-C1BE-88A9A03C0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75" y="-38372"/>
            <a:ext cx="5285440" cy="69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132749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4186</TotalTime>
  <Words>361</Words>
  <Application>Microsoft Office PowerPoint</Application>
  <PresentationFormat>Širokouhlá</PresentationFormat>
  <Paragraphs>118</Paragraphs>
  <Slides>12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Motív Office</vt:lpstr>
      <vt:lpstr>VS Code extension pre refactoring (bez llm aj s llm)</vt:lpstr>
      <vt:lpstr>Ako funguje refactoring vo VS Code</vt:lpstr>
      <vt:lpstr>Podpora Fowler Refaktoringov vo VS Code</vt:lpstr>
      <vt:lpstr>Prístupy k implementácii refactorov</vt:lpstr>
      <vt:lpstr>Call existing</vt:lpstr>
      <vt:lpstr>Hardcoded</vt:lpstr>
      <vt:lpstr>Coded by LLM</vt:lpstr>
      <vt:lpstr>Pure LLM</vt:lpstr>
      <vt:lpstr>Diff preview</vt:lpstr>
      <vt:lpstr>Filtering podľa code smells</vt:lpstr>
      <vt:lpstr>Strategy Pattern</vt:lpstr>
      <vt:lpstr>Command Pattern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Macko</dc:creator>
  <cp:lastModifiedBy>Richard Macko</cp:lastModifiedBy>
  <cp:revision>10</cp:revision>
  <dcterms:created xsi:type="dcterms:W3CDTF">2026-05-12T14:57:00Z</dcterms:created>
  <dcterms:modified xsi:type="dcterms:W3CDTF">2026-05-30T08:59:08Z</dcterms:modified>
</cp:coreProperties>
</file>